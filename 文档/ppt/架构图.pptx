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60" r:id="rId5"/>
    <p:sldId id="259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2F2F"/>
    <a:srgbClr val="46999D"/>
    <a:srgbClr val="0070C0"/>
    <a:srgbClr val="94C9F7"/>
    <a:srgbClr val="F17500"/>
    <a:srgbClr val="DEEBF6"/>
    <a:srgbClr val="D9EDEE"/>
    <a:srgbClr val="D9EAD9"/>
    <a:srgbClr val="F4E9DC"/>
    <a:srgbClr val="BB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2"/>
        <p:guide pos="389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3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V2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V2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V2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V2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94.xml"/><Relationship Id="rId98" Type="http://schemas.openxmlformats.org/officeDocument/2006/relationships/tags" Target="../tags/tag93.xml"/><Relationship Id="rId97" Type="http://schemas.openxmlformats.org/officeDocument/2006/relationships/tags" Target="../tags/tag92.xml"/><Relationship Id="rId96" Type="http://schemas.openxmlformats.org/officeDocument/2006/relationships/tags" Target="../tags/tag91.xml"/><Relationship Id="rId95" Type="http://schemas.openxmlformats.org/officeDocument/2006/relationships/tags" Target="../tags/tag90.xml"/><Relationship Id="rId94" Type="http://schemas.openxmlformats.org/officeDocument/2006/relationships/tags" Target="../tags/tag89.xml"/><Relationship Id="rId93" Type="http://schemas.openxmlformats.org/officeDocument/2006/relationships/tags" Target="../tags/tag88.xml"/><Relationship Id="rId92" Type="http://schemas.openxmlformats.org/officeDocument/2006/relationships/tags" Target="../tags/tag87.xml"/><Relationship Id="rId91" Type="http://schemas.openxmlformats.org/officeDocument/2006/relationships/tags" Target="../tags/tag86.xml"/><Relationship Id="rId90" Type="http://schemas.openxmlformats.org/officeDocument/2006/relationships/tags" Target="../tags/tag85.xml"/><Relationship Id="rId9" Type="http://schemas.openxmlformats.org/officeDocument/2006/relationships/image" Target="../media/image1.png"/><Relationship Id="rId89" Type="http://schemas.openxmlformats.org/officeDocument/2006/relationships/tags" Target="../tags/tag84.xml"/><Relationship Id="rId88" Type="http://schemas.openxmlformats.org/officeDocument/2006/relationships/tags" Target="../tags/tag83.xml"/><Relationship Id="rId87" Type="http://schemas.openxmlformats.org/officeDocument/2006/relationships/tags" Target="../tags/tag82.xml"/><Relationship Id="rId86" Type="http://schemas.openxmlformats.org/officeDocument/2006/relationships/tags" Target="../tags/tag81.xml"/><Relationship Id="rId85" Type="http://schemas.openxmlformats.org/officeDocument/2006/relationships/tags" Target="../tags/tag80.xml"/><Relationship Id="rId84" Type="http://schemas.openxmlformats.org/officeDocument/2006/relationships/tags" Target="../tags/tag79.xml"/><Relationship Id="rId83" Type="http://schemas.openxmlformats.org/officeDocument/2006/relationships/tags" Target="../tags/tag78.xml"/><Relationship Id="rId82" Type="http://schemas.openxmlformats.org/officeDocument/2006/relationships/tags" Target="../tags/tag77.xml"/><Relationship Id="rId81" Type="http://schemas.openxmlformats.org/officeDocument/2006/relationships/tags" Target="../tags/tag76.xml"/><Relationship Id="rId80" Type="http://schemas.openxmlformats.org/officeDocument/2006/relationships/tags" Target="../tags/tag75.xml"/><Relationship Id="rId8" Type="http://schemas.openxmlformats.org/officeDocument/2006/relationships/tags" Target="../tags/tag8.xml"/><Relationship Id="rId79" Type="http://schemas.openxmlformats.org/officeDocument/2006/relationships/tags" Target="../tags/tag74.xml"/><Relationship Id="rId78" Type="http://schemas.openxmlformats.org/officeDocument/2006/relationships/tags" Target="../tags/tag73.xml"/><Relationship Id="rId77" Type="http://schemas.openxmlformats.org/officeDocument/2006/relationships/tags" Target="../tags/tag72.xml"/><Relationship Id="rId76" Type="http://schemas.openxmlformats.org/officeDocument/2006/relationships/tags" Target="../tags/tag71.xml"/><Relationship Id="rId75" Type="http://schemas.openxmlformats.org/officeDocument/2006/relationships/tags" Target="../tags/tag70.xml"/><Relationship Id="rId74" Type="http://schemas.openxmlformats.org/officeDocument/2006/relationships/tags" Target="../tags/tag69.xml"/><Relationship Id="rId73" Type="http://schemas.openxmlformats.org/officeDocument/2006/relationships/tags" Target="../tags/tag68.xml"/><Relationship Id="rId72" Type="http://schemas.openxmlformats.org/officeDocument/2006/relationships/tags" Target="../tags/tag67.xml"/><Relationship Id="rId71" Type="http://schemas.openxmlformats.org/officeDocument/2006/relationships/tags" Target="../tags/tag66.xml"/><Relationship Id="rId70" Type="http://schemas.openxmlformats.org/officeDocument/2006/relationships/tags" Target="../tags/tag65.xml"/><Relationship Id="rId7" Type="http://schemas.openxmlformats.org/officeDocument/2006/relationships/tags" Target="../tags/tag7.xml"/><Relationship Id="rId69" Type="http://schemas.openxmlformats.org/officeDocument/2006/relationships/tags" Target="../tags/tag64.xml"/><Relationship Id="rId68" Type="http://schemas.openxmlformats.org/officeDocument/2006/relationships/tags" Target="../tags/tag63.xml"/><Relationship Id="rId67" Type="http://schemas.openxmlformats.org/officeDocument/2006/relationships/tags" Target="../tags/tag62.xml"/><Relationship Id="rId66" Type="http://schemas.openxmlformats.org/officeDocument/2006/relationships/tags" Target="../tags/tag61.xml"/><Relationship Id="rId65" Type="http://schemas.openxmlformats.org/officeDocument/2006/relationships/tags" Target="../tags/tag60.xml"/><Relationship Id="rId64" Type="http://schemas.openxmlformats.org/officeDocument/2006/relationships/tags" Target="../tags/tag59.xml"/><Relationship Id="rId63" Type="http://schemas.openxmlformats.org/officeDocument/2006/relationships/tags" Target="../tags/tag58.xml"/><Relationship Id="rId62" Type="http://schemas.openxmlformats.org/officeDocument/2006/relationships/tags" Target="../tags/tag57.xml"/><Relationship Id="rId61" Type="http://schemas.openxmlformats.org/officeDocument/2006/relationships/tags" Target="../tags/tag56.xml"/><Relationship Id="rId60" Type="http://schemas.openxmlformats.org/officeDocument/2006/relationships/tags" Target="../tags/tag55.xml"/><Relationship Id="rId6" Type="http://schemas.openxmlformats.org/officeDocument/2006/relationships/tags" Target="../tags/tag6.xml"/><Relationship Id="rId59" Type="http://schemas.openxmlformats.org/officeDocument/2006/relationships/tags" Target="../tags/tag54.xml"/><Relationship Id="rId58" Type="http://schemas.openxmlformats.org/officeDocument/2006/relationships/tags" Target="../tags/tag53.xml"/><Relationship Id="rId57" Type="http://schemas.openxmlformats.org/officeDocument/2006/relationships/tags" Target="../tags/tag52.xml"/><Relationship Id="rId56" Type="http://schemas.openxmlformats.org/officeDocument/2006/relationships/tags" Target="../tags/tag51.xml"/><Relationship Id="rId55" Type="http://schemas.openxmlformats.org/officeDocument/2006/relationships/tags" Target="../tags/tag50.xml"/><Relationship Id="rId54" Type="http://schemas.openxmlformats.org/officeDocument/2006/relationships/tags" Target="../tags/tag49.xml"/><Relationship Id="rId53" Type="http://schemas.openxmlformats.org/officeDocument/2006/relationships/tags" Target="../tags/tag48.xml"/><Relationship Id="rId52" Type="http://schemas.openxmlformats.org/officeDocument/2006/relationships/tags" Target="../tags/tag47.xml"/><Relationship Id="rId51" Type="http://schemas.openxmlformats.org/officeDocument/2006/relationships/tags" Target="../tags/tag46.xml"/><Relationship Id="rId50" Type="http://schemas.openxmlformats.org/officeDocument/2006/relationships/tags" Target="../tags/tag45.xml"/><Relationship Id="rId5" Type="http://schemas.openxmlformats.org/officeDocument/2006/relationships/tags" Target="../tags/tag5.xml"/><Relationship Id="rId49" Type="http://schemas.openxmlformats.org/officeDocument/2006/relationships/tags" Target="../tags/tag44.xml"/><Relationship Id="rId48" Type="http://schemas.openxmlformats.org/officeDocument/2006/relationships/tags" Target="../tags/tag43.xml"/><Relationship Id="rId47" Type="http://schemas.openxmlformats.org/officeDocument/2006/relationships/tags" Target="../tags/tag42.xml"/><Relationship Id="rId46" Type="http://schemas.openxmlformats.org/officeDocument/2006/relationships/tags" Target="../tags/tag41.xml"/><Relationship Id="rId45" Type="http://schemas.openxmlformats.org/officeDocument/2006/relationships/tags" Target="../tags/tag40.xml"/><Relationship Id="rId44" Type="http://schemas.openxmlformats.org/officeDocument/2006/relationships/tags" Target="../tags/tag39.xml"/><Relationship Id="rId43" Type="http://schemas.openxmlformats.org/officeDocument/2006/relationships/tags" Target="../tags/tag38.xml"/><Relationship Id="rId42" Type="http://schemas.openxmlformats.org/officeDocument/2006/relationships/tags" Target="../tags/tag37.xml"/><Relationship Id="rId41" Type="http://schemas.openxmlformats.org/officeDocument/2006/relationships/tags" Target="../tags/tag36.xml"/><Relationship Id="rId40" Type="http://schemas.openxmlformats.org/officeDocument/2006/relationships/tags" Target="../tags/tag35.xml"/><Relationship Id="rId4" Type="http://schemas.openxmlformats.org/officeDocument/2006/relationships/tags" Target="../tags/tag4.xml"/><Relationship Id="rId39" Type="http://schemas.openxmlformats.org/officeDocument/2006/relationships/tags" Target="../tags/tag34.xml"/><Relationship Id="rId38" Type="http://schemas.openxmlformats.org/officeDocument/2006/relationships/tags" Target="../tags/tag33.xml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3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image" Target="../media/image5.jpeg"/><Relationship Id="rId25" Type="http://schemas.openxmlformats.org/officeDocument/2006/relationships/image" Target="../media/image4.jpeg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8" Type="http://schemas.openxmlformats.org/officeDocument/2006/relationships/notesSlide" Target="../notesSlides/notesSlide1.xml"/><Relationship Id="rId147" Type="http://schemas.openxmlformats.org/officeDocument/2006/relationships/slideLayout" Target="../slideLayouts/slideLayout1.xml"/><Relationship Id="rId146" Type="http://schemas.openxmlformats.org/officeDocument/2006/relationships/tags" Target="../tags/tag135.xml"/><Relationship Id="rId145" Type="http://schemas.openxmlformats.org/officeDocument/2006/relationships/tags" Target="../tags/tag134.xml"/><Relationship Id="rId144" Type="http://schemas.openxmlformats.org/officeDocument/2006/relationships/tags" Target="../tags/tag133.xml"/><Relationship Id="rId143" Type="http://schemas.openxmlformats.org/officeDocument/2006/relationships/tags" Target="../tags/tag132.xml"/><Relationship Id="rId142" Type="http://schemas.openxmlformats.org/officeDocument/2006/relationships/tags" Target="../tags/tag131.xml"/><Relationship Id="rId141" Type="http://schemas.openxmlformats.org/officeDocument/2006/relationships/tags" Target="../tags/tag130.xml"/><Relationship Id="rId140" Type="http://schemas.openxmlformats.org/officeDocument/2006/relationships/tags" Target="../tags/tag129.xml"/><Relationship Id="rId14" Type="http://schemas.openxmlformats.org/officeDocument/2006/relationships/tags" Target="../tags/tag11.xml"/><Relationship Id="rId139" Type="http://schemas.openxmlformats.org/officeDocument/2006/relationships/tags" Target="../tags/tag128.xml"/><Relationship Id="rId138" Type="http://schemas.openxmlformats.org/officeDocument/2006/relationships/tags" Target="../tags/tag127.xml"/><Relationship Id="rId137" Type="http://schemas.openxmlformats.org/officeDocument/2006/relationships/tags" Target="../tags/tag126.xml"/><Relationship Id="rId136" Type="http://schemas.openxmlformats.org/officeDocument/2006/relationships/tags" Target="../tags/tag125.xml"/><Relationship Id="rId135" Type="http://schemas.openxmlformats.org/officeDocument/2006/relationships/tags" Target="../tags/tag124.xml"/><Relationship Id="rId134" Type="http://schemas.openxmlformats.org/officeDocument/2006/relationships/tags" Target="../tags/tag123.xml"/><Relationship Id="rId133" Type="http://schemas.openxmlformats.org/officeDocument/2006/relationships/tags" Target="../tags/tag122.xml"/><Relationship Id="rId132" Type="http://schemas.openxmlformats.org/officeDocument/2006/relationships/tags" Target="../tags/tag121.xml"/><Relationship Id="rId131" Type="http://schemas.openxmlformats.org/officeDocument/2006/relationships/tags" Target="../tags/tag120.xml"/><Relationship Id="rId130" Type="http://schemas.openxmlformats.org/officeDocument/2006/relationships/tags" Target="../tags/tag119.xml"/><Relationship Id="rId13" Type="http://schemas.openxmlformats.org/officeDocument/2006/relationships/tags" Target="../tags/tag10.xml"/><Relationship Id="rId129" Type="http://schemas.openxmlformats.org/officeDocument/2006/relationships/tags" Target="../tags/tag118.xml"/><Relationship Id="rId128" Type="http://schemas.openxmlformats.org/officeDocument/2006/relationships/tags" Target="../tags/tag117.xml"/><Relationship Id="rId127" Type="http://schemas.openxmlformats.org/officeDocument/2006/relationships/tags" Target="../tags/tag116.xml"/><Relationship Id="rId126" Type="http://schemas.openxmlformats.org/officeDocument/2006/relationships/image" Target="../media/image11.png"/><Relationship Id="rId125" Type="http://schemas.openxmlformats.org/officeDocument/2006/relationships/image" Target="../media/image10.png"/><Relationship Id="rId124" Type="http://schemas.openxmlformats.org/officeDocument/2006/relationships/image" Target="../media/image9.png"/><Relationship Id="rId123" Type="http://schemas.openxmlformats.org/officeDocument/2006/relationships/image" Target="../media/image8.png"/><Relationship Id="rId122" Type="http://schemas.openxmlformats.org/officeDocument/2006/relationships/image" Target="../media/image7.png"/><Relationship Id="rId121" Type="http://schemas.openxmlformats.org/officeDocument/2006/relationships/image" Target="../media/image6.png"/><Relationship Id="rId120" Type="http://schemas.openxmlformats.org/officeDocument/2006/relationships/tags" Target="../tags/tag115.xml"/><Relationship Id="rId12" Type="http://schemas.openxmlformats.org/officeDocument/2006/relationships/tags" Target="../tags/tag9.xml"/><Relationship Id="rId119" Type="http://schemas.openxmlformats.org/officeDocument/2006/relationships/tags" Target="../tags/tag114.xml"/><Relationship Id="rId118" Type="http://schemas.openxmlformats.org/officeDocument/2006/relationships/tags" Target="../tags/tag113.xml"/><Relationship Id="rId117" Type="http://schemas.openxmlformats.org/officeDocument/2006/relationships/tags" Target="../tags/tag112.xml"/><Relationship Id="rId116" Type="http://schemas.openxmlformats.org/officeDocument/2006/relationships/tags" Target="../tags/tag111.xml"/><Relationship Id="rId115" Type="http://schemas.openxmlformats.org/officeDocument/2006/relationships/tags" Target="../tags/tag110.xml"/><Relationship Id="rId114" Type="http://schemas.openxmlformats.org/officeDocument/2006/relationships/tags" Target="../tags/tag109.xml"/><Relationship Id="rId113" Type="http://schemas.openxmlformats.org/officeDocument/2006/relationships/tags" Target="../tags/tag108.xml"/><Relationship Id="rId112" Type="http://schemas.openxmlformats.org/officeDocument/2006/relationships/tags" Target="../tags/tag107.xml"/><Relationship Id="rId111" Type="http://schemas.openxmlformats.org/officeDocument/2006/relationships/tags" Target="../tags/tag106.xml"/><Relationship Id="rId110" Type="http://schemas.openxmlformats.org/officeDocument/2006/relationships/tags" Target="../tags/tag105.xml"/><Relationship Id="rId11" Type="http://schemas.openxmlformats.org/officeDocument/2006/relationships/image" Target="../media/image3.jpeg"/><Relationship Id="rId109" Type="http://schemas.openxmlformats.org/officeDocument/2006/relationships/tags" Target="../tags/tag104.xml"/><Relationship Id="rId108" Type="http://schemas.openxmlformats.org/officeDocument/2006/relationships/tags" Target="../tags/tag103.xml"/><Relationship Id="rId107" Type="http://schemas.openxmlformats.org/officeDocument/2006/relationships/tags" Target="../tags/tag102.xml"/><Relationship Id="rId106" Type="http://schemas.openxmlformats.org/officeDocument/2006/relationships/tags" Target="../tags/tag101.xml"/><Relationship Id="rId105" Type="http://schemas.openxmlformats.org/officeDocument/2006/relationships/tags" Target="../tags/tag100.xml"/><Relationship Id="rId104" Type="http://schemas.openxmlformats.org/officeDocument/2006/relationships/tags" Target="../tags/tag99.xml"/><Relationship Id="rId103" Type="http://schemas.openxmlformats.org/officeDocument/2006/relationships/tags" Target="../tags/tag98.xml"/><Relationship Id="rId102" Type="http://schemas.openxmlformats.org/officeDocument/2006/relationships/tags" Target="../tags/tag97.xml"/><Relationship Id="rId101" Type="http://schemas.openxmlformats.org/officeDocument/2006/relationships/tags" Target="../tags/tag96.xml"/><Relationship Id="rId100" Type="http://schemas.openxmlformats.org/officeDocument/2006/relationships/tags" Target="../tags/tag95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229.xml"/><Relationship Id="rId98" Type="http://schemas.openxmlformats.org/officeDocument/2006/relationships/tags" Target="../tags/tag228.xml"/><Relationship Id="rId97" Type="http://schemas.openxmlformats.org/officeDocument/2006/relationships/tags" Target="../tags/tag227.xml"/><Relationship Id="rId96" Type="http://schemas.openxmlformats.org/officeDocument/2006/relationships/tags" Target="../tags/tag226.xml"/><Relationship Id="rId95" Type="http://schemas.openxmlformats.org/officeDocument/2006/relationships/tags" Target="../tags/tag225.xml"/><Relationship Id="rId94" Type="http://schemas.openxmlformats.org/officeDocument/2006/relationships/tags" Target="../tags/tag224.xml"/><Relationship Id="rId93" Type="http://schemas.openxmlformats.org/officeDocument/2006/relationships/tags" Target="../tags/tag223.xml"/><Relationship Id="rId92" Type="http://schemas.openxmlformats.org/officeDocument/2006/relationships/tags" Target="../tags/tag222.xml"/><Relationship Id="rId91" Type="http://schemas.openxmlformats.org/officeDocument/2006/relationships/image" Target="../media/image16.png"/><Relationship Id="rId90" Type="http://schemas.openxmlformats.org/officeDocument/2006/relationships/image" Target="../media/image15.png"/><Relationship Id="rId9" Type="http://schemas.openxmlformats.org/officeDocument/2006/relationships/tags" Target="../tags/tag144.xml"/><Relationship Id="rId89" Type="http://schemas.openxmlformats.org/officeDocument/2006/relationships/tags" Target="../tags/tag221.xml"/><Relationship Id="rId88" Type="http://schemas.openxmlformats.org/officeDocument/2006/relationships/tags" Target="../tags/tag220.xml"/><Relationship Id="rId87" Type="http://schemas.openxmlformats.org/officeDocument/2006/relationships/tags" Target="../tags/tag219.xml"/><Relationship Id="rId86" Type="http://schemas.openxmlformats.org/officeDocument/2006/relationships/tags" Target="../tags/tag218.xml"/><Relationship Id="rId85" Type="http://schemas.openxmlformats.org/officeDocument/2006/relationships/tags" Target="../tags/tag217.xml"/><Relationship Id="rId84" Type="http://schemas.openxmlformats.org/officeDocument/2006/relationships/image" Target="../media/image14.png"/><Relationship Id="rId83" Type="http://schemas.openxmlformats.org/officeDocument/2006/relationships/tags" Target="../tags/tag216.xml"/><Relationship Id="rId82" Type="http://schemas.openxmlformats.org/officeDocument/2006/relationships/tags" Target="../tags/tag215.xml"/><Relationship Id="rId81" Type="http://schemas.openxmlformats.org/officeDocument/2006/relationships/tags" Target="../tags/tag214.xml"/><Relationship Id="rId80" Type="http://schemas.openxmlformats.org/officeDocument/2006/relationships/image" Target="../media/image13.png"/><Relationship Id="rId8" Type="http://schemas.openxmlformats.org/officeDocument/2006/relationships/tags" Target="../tags/tag143.xml"/><Relationship Id="rId79" Type="http://schemas.openxmlformats.org/officeDocument/2006/relationships/image" Target="../media/image12.png"/><Relationship Id="rId78" Type="http://schemas.openxmlformats.org/officeDocument/2006/relationships/tags" Target="../tags/tag213.xml"/><Relationship Id="rId77" Type="http://schemas.openxmlformats.org/officeDocument/2006/relationships/tags" Target="../tags/tag212.xml"/><Relationship Id="rId76" Type="http://schemas.openxmlformats.org/officeDocument/2006/relationships/tags" Target="../tags/tag211.xml"/><Relationship Id="rId75" Type="http://schemas.openxmlformats.org/officeDocument/2006/relationships/tags" Target="../tags/tag210.xml"/><Relationship Id="rId74" Type="http://schemas.openxmlformats.org/officeDocument/2006/relationships/tags" Target="../tags/tag209.xml"/><Relationship Id="rId73" Type="http://schemas.openxmlformats.org/officeDocument/2006/relationships/tags" Target="../tags/tag208.xml"/><Relationship Id="rId72" Type="http://schemas.openxmlformats.org/officeDocument/2006/relationships/tags" Target="../tags/tag207.xml"/><Relationship Id="rId71" Type="http://schemas.openxmlformats.org/officeDocument/2006/relationships/tags" Target="../tags/tag206.xml"/><Relationship Id="rId70" Type="http://schemas.openxmlformats.org/officeDocument/2006/relationships/tags" Target="../tags/tag205.xml"/><Relationship Id="rId7" Type="http://schemas.openxmlformats.org/officeDocument/2006/relationships/tags" Target="../tags/tag142.xml"/><Relationship Id="rId69" Type="http://schemas.openxmlformats.org/officeDocument/2006/relationships/tags" Target="../tags/tag204.xml"/><Relationship Id="rId68" Type="http://schemas.openxmlformats.org/officeDocument/2006/relationships/tags" Target="../tags/tag203.xml"/><Relationship Id="rId67" Type="http://schemas.openxmlformats.org/officeDocument/2006/relationships/tags" Target="../tags/tag202.xml"/><Relationship Id="rId66" Type="http://schemas.openxmlformats.org/officeDocument/2006/relationships/tags" Target="../tags/tag201.xml"/><Relationship Id="rId65" Type="http://schemas.openxmlformats.org/officeDocument/2006/relationships/tags" Target="../tags/tag200.xml"/><Relationship Id="rId64" Type="http://schemas.openxmlformats.org/officeDocument/2006/relationships/tags" Target="../tags/tag199.xml"/><Relationship Id="rId63" Type="http://schemas.openxmlformats.org/officeDocument/2006/relationships/tags" Target="../tags/tag198.xml"/><Relationship Id="rId62" Type="http://schemas.openxmlformats.org/officeDocument/2006/relationships/tags" Target="../tags/tag197.xml"/><Relationship Id="rId61" Type="http://schemas.openxmlformats.org/officeDocument/2006/relationships/tags" Target="../tags/tag196.xml"/><Relationship Id="rId60" Type="http://schemas.openxmlformats.org/officeDocument/2006/relationships/tags" Target="../tags/tag195.xml"/><Relationship Id="rId6" Type="http://schemas.openxmlformats.org/officeDocument/2006/relationships/tags" Target="../tags/tag141.xml"/><Relationship Id="rId59" Type="http://schemas.openxmlformats.org/officeDocument/2006/relationships/tags" Target="../tags/tag194.xml"/><Relationship Id="rId58" Type="http://schemas.openxmlformats.org/officeDocument/2006/relationships/tags" Target="../tags/tag193.xml"/><Relationship Id="rId57" Type="http://schemas.openxmlformats.org/officeDocument/2006/relationships/tags" Target="../tags/tag192.xml"/><Relationship Id="rId56" Type="http://schemas.openxmlformats.org/officeDocument/2006/relationships/tags" Target="../tags/tag191.xml"/><Relationship Id="rId55" Type="http://schemas.openxmlformats.org/officeDocument/2006/relationships/tags" Target="../tags/tag190.xml"/><Relationship Id="rId54" Type="http://schemas.openxmlformats.org/officeDocument/2006/relationships/tags" Target="../tags/tag189.xml"/><Relationship Id="rId53" Type="http://schemas.openxmlformats.org/officeDocument/2006/relationships/tags" Target="../tags/tag188.xml"/><Relationship Id="rId52" Type="http://schemas.openxmlformats.org/officeDocument/2006/relationships/tags" Target="../tags/tag187.xml"/><Relationship Id="rId51" Type="http://schemas.openxmlformats.org/officeDocument/2006/relationships/tags" Target="../tags/tag186.xml"/><Relationship Id="rId50" Type="http://schemas.openxmlformats.org/officeDocument/2006/relationships/tags" Target="../tags/tag185.xml"/><Relationship Id="rId5" Type="http://schemas.openxmlformats.org/officeDocument/2006/relationships/tags" Target="../tags/tag140.xml"/><Relationship Id="rId49" Type="http://schemas.openxmlformats.org/officeDocument/2006/relationships/tags" Target="../tags/tag184.xml"/><Relationship Id="rId48" Type="http://schemas.openxmlformats.org/officeDocument/2006/relationships/tags" Target="../tags/tag183.xml"/><Relationship Id="rId47" Type="http://schemas.openxmlformats.org/officeDocument/2006/relationships/tags" Target="../tags/tag182.xml"/><Relationship Id="rId46" Type="http://schemas.openxmlformats.org/officeDocument/2006/relationships/tags" Target="../tags/tag181.xml"/><Relationship Id="rId45" Type="http://schemas.openxmlformats.org/officeDocument/2006/relationships/tags" Target="../tags/tag180.xml"/><Relationship Id="rId44" Type="http://schemas.openxmlformats.org/officeDocument/2006/relationships/tags" Target="../tags/tag179.xml"/><Relationship Id="rId43" Type="http://schemas.openxmlformats.org/officeDocument/2006/relationships/tags" Target="../tags/tag178.xml"/><Relationship Id="rId42" Type="http://schemas.openxmlformats.org/officeDocument/2006/relationships/tags" Target="../tags/tag177.xml"/><Relationship Id="rId41" Type="http://schemas.openxmlformats.org/officeDocument/2006/relationships/tags" Target="../tags/tag176.xml"/><Relationship Id="rId40" Type="http://schemas.openxmlformats.org/officeDocument/2006/relationships/tags" Target="../tags/tag175.xml"/><Relationship Id="rId4" Type="http://schemas.openxmlformats.org/officeDocument/2006/relationships/tags" Target="../tags/tag139.xml"/><Relationship Id="rId39" Type="http://schemas.openxmlformats.org/officeDocument/2006/relationships/tags" Target="../tags/tag174.xml"/><Relationship Id="rId38" Type="http://schemas.openxmlformats.org/officeDocument/2006/relationships/tags" Target="../tags/tag173.xml"/><Relationship Id="rId37" Type="http://schemas.openxmlformats.org/officeDocument/2006/relationships/tags" Target="../tags/tag172.xml"/><Relationship Id="rId36" Type="http://schemas.openxmlformats.org/officeDocument/2006/relationships/tags" Target="../tags/tag171.xml"/><Relationship Id="rId35" Type="http://schemas.openxmlformats.org/officeDocument/2006/relationships/tags" Target="../tags/tag170.xml"/><Relationship Id="rId34" Type="http://schemas.openxmlformats.org/officeDocument/2006/relationships/tags" Target="../tags/tag169.xml"/><Relationship Id="rId33" Type="http://schemas.openxmlformats.org/officeDocument/2006/relationships/tags" Target="../tags/tag168.xml"/><Relationship Id="rId32" Type="http://schemas.openxmlformats.org/officeDocument/2006/relationships/tags" Target="../tags/tag167.xml"/><Relationship Id="rId31" Type="http://schemas.openxmlformats.org/officeDocument/2006/relationships/tags" Target="../tags/tag166.xml"/><Relationship Id="rId30" Type="http://schemas.openxmlformats.org/officeDocument/2006/relationships/tags" Target="../tags/tag165.xml"/><Relationship Id="rId3" Type="http://schemas.openxmlformats.org/officeDocument/2006/relationships/tags" Target="../tags/tag138.xml"/><Relationship Id="rId29" Type="http://schemas.openxmlformats.org/officeDocument/2006/relationships/tags" Target="../tags/tag164.xml"/><Relationship Id="rId28" Type="http://schemas.openxmlformats.org/officeDocument/2006/relationships/tags" Target="../tags/tag163.xml"/><Relationship Id="rId27" Type="http://schemas.openxmlformats.org/officeDocument/2006/relationships/tags" Target="../tags/tag162.xml"/><Relationship Id="rId26" Type="http://schemas.openxmlformats.org/officeDocument/2006/relationships/tags" Target="../tags/tag161.xml"/><Relationship Id="rId25" Type="http://schemas.openxmlformats.org/officeDocument/2006/relationships/tags" Target="../tags/tag160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37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8" Type="http://schemas.openxmlformats.org/officeDocument/2006/relationships/notesSlide" Target="../notesSlides/notesSlide2.xml"/><Relationship Id="rId117" Type="http://schemas.openxmlformats.org/officeDocument/2006/relationships/slideLayout" Target="../slideLayouts/slideLayout1.xml"/><Relationship Id="rId116" Type="http://schemas.openxmlformats.org/officeDocument/2006/relationships/image" Target="../media/image22.png"/><Relationship Id="rId115" Type="http://schemas.openxmlformats.org/officeDocument/2006/relationships/image" Target="../media/image21.png"/><Relationship Id="rId114" Type="http://schemas.openxmlformats.org/officeDocument/2006/relationships/image" Target="../media/image20.png"/><Relationship Id="rId113" Type="http://schemas.openxmlformats.org/officeDocument/2006/relationships/tags" Target="../tags/tag240.xml"/><Relationship Id="rId112" Type="http://schemas.openxmlformats.org/officeDocument/2006/relationships/tags" Target="../tags/tag239.xml"/><Relationship Id="rId111" Type="http://schemas.openxmlformats.org/officeDocument/2006/relationships/image" Target="../media/image19.png"/><Relationship Id="rId110" Type="http://schemas.openxmlformats.org/officeDocument/2006/relationships/image" Target="../media/image18.png"/><Relationship Id="rId11" Type="http://schemas.openxmlformats.org/officeDocument/2006/relationships/tags" Target="../tags/tag146.xml"/><Relationship Id="rId109" Type="http://schemas.openxmlformats.org/officeDocument/2006/relationships/image" Target="../media/image17.png"/><Relationship Id="rId108" Type="http://schemas.openxmlformats.org/officeDocument/2006/relationships/tags" Target="../tags/tag238.xml"/><Relationship Id="rId107" Type="http://schemas.openxmlformats.org/officeDocument/2006/relationships/tags" Target="../tags/tag237.xml"/><Relationship Id="rId106" Type="http://schemas.openxmlformats.org/officeDocument/2006/relationships/tags" Target="../tags/tag236.xml"/><Relationship Id="rId105" Type="http://schemas.openxmlformats.org/officeDocument/2006/relationships/tags" Target="../tags/tag235.xml"/><Relationship Id="rId104" Type="http://schemas.openxmlformats.org/officeDocument/2006/relationships/tags" Target="../tags/tag234.xml"/><Relationship Id="rId103" Type="http://schemas.openxmlformats.org/officeDocument/2006/relationships/tags" Target="../tags/tag233.xml"/><Relationship Id="rId102" Type="http://schemas.openxmlformats.org/officeDocument/2006/relationships/tags" Target="../tags/tag232.xml"/><Relationship Id="rId101" Type="http://schemas.openxmlformats.org/officeDocument/2006/relationships/tags" Target="../tags/tag231.xml"/><Relationship Id="rId100" Type="http://schemas.openxmlformats.org/officeDocument/2006/relationships/tags" Target="../tags/tag230.xml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2" Type="http://schemas.openxmlformats.org/officeDocument/2006/relationships/notesSlide" Target="../notesSlides/notesSlide3.xml"/><Relationship Id="rId61" Type="http://schemas.openxmlformats.org/officeDocument/2006/relationships/slideLayout" Target="../slideLayouts/slideLayout1.xml"/><Relationship Id="rId60" Type="http://schemas.openxmlformats.org/officeDocument/2006/relationships/tags" Target="../tags/tag296.xml"/><Relationship Id="rId6" Type="http://schemas.openxmlformats.org/officeDocument/2006/relationships/tags" Target="../tags/tag246.xml"/><Relationship Id="rId59" Type="http://schemas.openxmlformats.org/officeDocument/2006/relationships/tags" Target="../tags/tag295.xml"/><Relationship Id="rId58" Type="http://schemas.openxmlformats.org/officeDocument/2006/relationships/tags" Target="../tags/tag294.xml"/><Relationship Id="rId57" Type="http://schemas.openxmlformats.org/officeDocument/2006/relationships/tags" Target="../tags/tag293.xml"/><Relationship Id="rId56" Type="http://schemas.openxmlformats.org/officeDocument/2006/relationships/tags" Target="../tags/tag292.xml"/><Relationship Id="rId55" Type="http://schemas.openxmlformats.org/officeDocument/2006/relationships/tags" Target="../tags/tag291.xml"/><Relationship Id="rId54" Type="http://schemas.openxmlformats.org/officeDocument/2006/relationships/tags" Target="../tags/tag290.xml"/><Relationship Id="rId53" Type="http://schemas.openxmlformats.org/officeDocument/2006/relationships/tags" Target="../tags/tag289.xml"/><Relationship Id="rId52" Type="http://schemas.openxmlformats.org/officeDocument/2006/relationships/tags" Target="../tags/tag288.xml"/><Relationship Id="rId51" Type="http://schemas.openxmlformats.org/officeDocument/2006/relationships/tags" Target="../tags/tag287.xml"/><Relationship Id="rId50" Type="http://schemas.openxmlformats.org/officeDocument/2006/relationships/tags" Target="../tags/tag286.xml"/><Relationship Id="rId5" Type="http://schemas.openxmlformats.org/officeDocument/2006/relationships/tags" Target="../tags/tag245.xml"/><Relationship Id="rId49" Type="http://schemas.openxmlformats.org/officeDocument/2006/relationships/tags" Target="../tags/tag285.xml"/><Relationship Id="rId48" Type="http://schemas.openxmlformats.org/officeDocument/2006/relationships/tags" Target="../tags/tag284.xml"/><Relationship Id="rId47" Type="http://schemas.openxmlformats.org/officeDocument/2006/relationships/tags" Target="../tags/tag283.xml"/><Relationship Id="rId46" Type="http://schemas.openxmlformats.org/officeDocument/2006/relationships/tags" Target="../tags/tag282.xml"/><Relationship Id="rId45" Type="http://schemas.openxmlformats.org/officeDocument/2006/relationships/tags" Target="../tags/tag281.xml"/><Relationship Id="rId44" Type="http://schemas.openxmlformats.org/officeDocument/2006/relationships/tags" Target="../tags/tag280.xml"/><Relationship Id="rId43" Type="http://schemas.openxmlformats.org/officeDocument/2006/relationships/tags" Target="../tags/tag279.xml"/><Relationship Id="rId42" Type="http://schemas.openxmlformats.org/officeDocument/2006/relationships/tags" Target="../tags/tag278.xml"/><Relationship Id="rId41" Type="http://schemas.openxmlformats.org/officeDocument/2006/relationships/tags" Target="../tags/tag277.xml"/><Relationship Id="rId40" Type="http://schemas.openxmlformats.org/officeDocument/2006/relationships/tags" Target="../tags/tag276.xml"/><Relationship Id="rId4" Type="http://schemas.openxmlformats.org/officeDocument/2006/relationships/tags" Target="../tags/tag244.xml"/><Relationship Id="rId39" Type="http://schemas.openxmlformats.org/officeDocument/2006/relationships/tags" Target="../tags/tag275.xml"/><Relationship Id="rId38" Type="http://schemas.openxmlformats.org/officeDocument/2006/relationships/tags" Target="../tags/tag274.xml"/><Relationship Id="rId37" Type="http://schemas.openxmlformats.org/officeDocument/2006/relationships/tags" Target="../tags/tag273.xml"/><Relationship Id="rId36" Type="http://schemas.openxmlformats.org/officeDocument/2006/relationships/tags" Target="../tags/tag272.xml"/><Relationship Id="rId35" Type="http://schemas.openxmlformats.org/officeDocument/2006/relationships/tags" Target="../tags/tag271.xml"/><Relationship Id="rId34" Type="http://schemas.openxmlformats.org/officeDocument/2006/relationships/tags" Target="../tags/tag270.xml"/><Relationship Id="rId33" Type="http://schemas.openxmlformats.org/officeDocument/2006/relationships/tags" Target="../tags/tag269.xml"/><Relationship Id="rId32" Type="http://schemas.openxmlformats.org/officeDocument/2006/relationships/tags" Target="../tags/tag268.xml"/><Relationship Id="rId31" Type="http://schemas.openxmlformats.org/officeDocument/2006/relationships/tags" Target="../tags/tag267.xml"/><Relationship Id="rId30" Type="http://schemas.openxmlformats.org/officeDocument/2006/relationships/tags" Target="../tags/tag266.xml"/><Relationship Id="rId3" Type="http://schemas.openxmlformats.org/officeDocument/2006/relationships/tags" Target="../tags/tag243.xml"/><Relationship Id="rId29" Type="http://schemas.openxmlformats.org/officeDocument/2006/relationships/tags" Target="../tags/tag265.xml"/><Relationship Id="rId28" Type="http://schemas.openxmlformats.org/officeDocument/2006/relationships/tags" Target="../tags/tag264.xml"/><Relationship Id="rId27" Type="http://schemas.openxmlformats.org/officeDocument/2006/relationships/tags" Target="../tags/tag263.xml"/><Relationship Id="rId26" Type="http://schemas.openxmlformats.org/officeDocument/2006/relationships/tags" Target="../tags/tag262.xml"/><Relationship Id="rId25" Type="http://schemas.openxmlformats.org/officeDocument/2006/relationships/tags" Target="../tags/tag261.xml"/><Relationship Id="rId24" Type="http://schemas.openxmlformats.org/officeDocument/2006/relationships/tags" Target="../tags/tag260.xml"/><Relationship Id="rId23" Type="http://schemas.openxmlformats.org/officeDocument/2006/relationships/tags" Target="../tags/tag259.xml"/><Relationship Id="rId22" Type="http://schemas.openxmlformats.org/officeDocument/2006/relationships/tags" Target="../tags/tag258.xml"/><Relationship Id="rId21" Type="http://schemas.openxmlformats.org/officeDocument/2006/relationships/tags" Target="../tags/tag257.xml"/><Relationship Id="rId20" Type="http://schemas.openxmlformats.org/officeDocument/2006/relationships/tags" Target="../tags/tag256.xml"/><Relationship Id="rId2" Type="http://schemas.openxmlformats.org/officeDocument/2006/relationships/tags" Target="../tags/tag242.xml"/><Relationship Id="rId19" Type="http://schemas.openxmlformats.org/officeDocument/2006/relationships/tags" Target="../tags/tag255.xml"/><Relationship Id="rId18" Type="http://schemas.openxmlformats.org/officeDocument/2006/relationships/tags" Target="../tags/tag254.xml"/><Relationship Id="rId17" Type="http://schemas.openxmlformats.org/officeDocument/2006/relationships/tags" Target="../tags/tag253.xml"/><Relationship Id="rId16" Type="http://schemas.openxmlformats.org/officeDocument/2006/relationships/image" Target="../media/image26.png"/><Relationship Id="rId15" Type="http://schemas.openxmlformats.org/officeDocument/2006/relationships/tags" Target="../tags/tag252.xml"/><Relationship Id="rId14" Type="http://schemas.openxmlformats.org/officeDocument/2006/relationships/image" Target="../media/image25.jpeg"/><Relationship Id="rId13" Type="http://schemas.openxmlformats.org/officeDocument/2006/relationships/tags" Target="../tags/tag251.xml"/><Relationship Id="rId12" Type="http://schemas.openxmlformats.org/officeDocument/2006/relationships/image" Target="../media/image24.jpeg"/><Relationship Id="rId11" Type="http://schemas.openxmlformats.org/officeDocument/2006/relationships/tags" Target="../tags/tag250.xml"/><Relationship Id="rId10" Type="http://schemas.openxmlformats.org/officeDocument/2006/relationships/image" Target="../media/image23.png"/><Relationship Id="rId1" Type="http://schemas.openxmlformats.org/officeDocument/2006/relationships/tags" Target="../tags/tag24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image" Target="../media/image30.png"/><Relationship Id="rId40" Type="http://schemas.openxmlformats.org/officeDocument/2006/relationships/notesSlide" Target="../notesSlides/notesSlide4.xml"/><Relationship Id="rId4" Type="http://schemas.openxmlformats.org/officeDocument/2006/relationships/image" Target="../media/image29.pn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31.png"/><Relationship Id="rId37" Type="http://schemas.openxmlformats.org/officeDocument/2006/relationships/tags" Target="../tags/tag329.xml"/><Relationship Id="rId36" Type="http://schemas.openxmlformats.org/officeDocument/2006/relationships/tags" Target="../tags/tag328.xml"/><Relationship Id="rId35" Type="http://schemas.openxmlformats.org/officeDocument/2006/relationships/tags" Target="../tags/tag327.xml"/><Relationship Id="rId34" Type="http://schemas.openxmlformats.org/officeDocument/2006/relationships/tags" Target="../tags/tag326.xml"/><Relationship Id="rId33" Type="http://schemas.openxmlformats.org/officeDocument/2006/relationships/tags" Target="../tags/tag325.xml"/><Relationship Id="rId32" Type="http://schemas.openxmlformats.org/officeDocument/2006/relationships/tags" Target="../tags/tag324.xml"/><Relationship Id="rId31" Type="http://schemas.openxmlformats.org/officeDocument/2006/relationships/tags" Target="../tags/tag323.xml"/><Relationship Id="rId30" Type="http://schemas.openxmlformats.org/officeDocument/2006/relationships/tags" Target="../tags/tag322.xml"/><Relationship Id="rId3" Type="http://schemas.openxmlformats.org/officeDocument/2006/relationships/image" Target="../media/image28.png"/><Relationship Id="rId29" Type="http://schemas.openxmlformats.org/officeDocument/2006/relationships/tags" Target="../tags/tag321.xml"/><Relationship Id="rId28" Type="http://schemas.openxmlformats.org/officeDocument/2006/relationships/tags" Target="../tags/tag320.xml"/><Relationship Id="rId27" Type="http://schemas.openxmlformats.org/officeDocument/2006/relationships/tags" Target="../tags/tag319.xml"/><Relationship Id="rId26" Type="http://schemas.openxmlformats.org/officeDocument/2006/relationships/tags" Target="../tags/tag318.xml"/><Relationship Id="rId25" Type="http://schemas.openxmlformats.org/officeDocument/2006/relationships/tags" Target="../tags/tag317.xml"/><Relationship Id="rId24" Type="http://schemas.openxmlformats.org/officeDocument/2006/relationships/tags" Target="../tags/tag316.xml"/><Relationship Id="rId23" Type="http://schemas.openxmlformats.org/officeDocument/2006/relationships/tags" Target="../tags/tag315.xml"/><Relationship Id="rId22" Type="http://schemas.openxmlformats.org/officeDocument/2006/relationships/tags" Target="../tags/tag314.xml"/><Relationship Id="rId21" Type="http://schemas.openxmlformats.org/officeDocument/2006/relationships/tags" Target="../tags/tag313.xml"/><Relationship Id="rId20" Type="http://schemas.openxmlformats.org/officeDocument/2006/relationships/tags" Target="../tags/tag312.xml"/><Relationship Id="rId2" Type="http://schemas.openxmlformats.org/officeDocument/2006/relationships/tags" Target="../tags/tag297.xml"/><Relationship Id="rId19" Type="http://schemas.openxmlformats.org/officeDocument/2006/relationships/tags" Target="../tags/tag311.xml"/><Relationship Id="rId18" Type="http://schemas.openxmlformats.org/officeDocument/2006/relationships/tags" Target="../tags/tag310.xml"/><Relationship Id="rId17" Type="http://schemas.openxmlformats.org/officeDocument/2006/relationships/tags" Target="../tags/tag309.xml"/><Relationship Id="rId16" Type="http://schemas.openxmlformats.org/officeDocument/2006/relationships/tags" Target="../tags/tag308.xml"/><Relationship Id="rId15" Type="http://schemas.openxmlformats.org/officeDocument/2006/relationships/tags" Target="../tags/tag307.xml"/><Relationship Id="rId14" Type="http://schemas.openxmlformats.org/officeDocument/2006/relationships/tags" Target="../tags/tag306.xml"/><Relationship Id="rId13" Type="http://schemas.openxmlformats.org/officeDocument/2006/relationships/tags" Target="../tags/tag305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>
            <p:custDataLst>
              <p:tags r:id="rId1"/>
            </p:custDataLst>
          </p:nvPr>
        </p:nvSpPr>
        <p:spPr>
          <a:xfrm>
            <a:off x="262890" y="5662295"/>
            <a:ext cx="1238250" cy="254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695" y="44450"/>
            <a:ext cx="12028805" cy="5041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99330" y="116840"/>
            <a:ext cx="2870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分层解耦仿真虚拟化架构</a:t>
            </a:r>
            <a:endParaRPr lang="zh-CN" altLang="en-US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12875" y="621030"/>
            <a:ext cx="431800" cy="6192520"/>
            <a:chOff x="1095" y="978"/>
            <a:chExt cx="680" cy="9752"/>
          </a:xfrm>
        </p:grpSpPr>
        <p:sp>
          <p:nvSpPr>
            <p:cNvPr id="13" name="矩形 12"/>
            <p:cNvSpPr/>
            <p:nvPr/>
          </p:nvSpPr>
          <p:spPr>
            <a:xfrm>
              <a:off x="1095" y="978"/>
              <a:ext cx="680" cy="975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2"/>
              </p:custDataLst>
            </p:nvPr>
          </p:nvSpPr>
          <p:spPr>
            <a:xfrm>
              <a:off x="1095" y="4947"/>
              <a:ext cx="592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zh-CN" alt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协同</a:t>
              </a:r>
              <a:r>
                <a:rPr lang="zh-CN" alt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设计</a:t>
              </a:r>
              <a:endParaRPr lang="zh-CN" altLang="en-US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99695" y="621030"/>
            <a:ext cx="431165" cy="1304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99695" y="2250440"/>
            <a:ext cx="431165" cy="1304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4"/>
            </p:custDataLst>
          </p:nvPr>
        </p:nvSpPr>
        <p:spPr>
          <a:xfrm>
            <a:off x="99695" y="3879850"/>
            <a:ext cx="431165" cy="1304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5"/>
            </p:custDataLst>
          </p:nvPr>
        </p:nvSpPr>
        <p:spPr>
          <a:xfrm>
            <a:off x="99695" y="5509260"/>
            <a:ext cx="431165" cy="1304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左右箭头 40"/>
          <p:cNvSpPr/>
          <p:nvPr/>
        </p:nvSpPr>
        <p:spPr>
          <a:xfrm>
            <a:off x="530860" y="1268730"/>
            <a:ext cx="881380" cy="42100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左右箭头 41"/>
          <p:cNvSpPr/>
          <p:nvPr>
            <p:custDataLst>
              <p:tags r:id="rId6"/>
            </p:custDataLst>
          </p:nvPr>
        </p:nvSpPr>
        <p:spPr>
          <a:xfrm>
            <a:off x="530860" y="2925445"/>
            <a:ext cx="881380" cy="42100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左右箭头 42"/>
          <p:cNvSpPr/>
          <p:nvPr>
            <p:custDataLst>
              <p:tags r:id="rId7"/>
            </p:custDataLst>
          </p:nvPr>
        </p:nvSpPr>
        <p:spPr>
          <a:xfrm>
            <a:off x="530860" y="4581525"/>
            <a:ext cx="881380" cy="42100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左右箭头 43"/>
          <p:cNvSpPr/>
          <p:nvPr>
            <p:custDataLst>
              <p:tags r:id="rId8"/>
            </p:custDataLst>
          </p:nvPr>
        </p:nvSpPr>
        <p:spPr>
          <a:xfrm>
            <a:off x="530860" y="6238240"/>
            <a:ext cx="881380" cy="42100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 descr="R-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8970" y="622300"/>
            <a:ext cx="1927225" cy="1083945"/>
          </a:xfrm>
          <a:prstGeom prst="rect">
            <a:avLst/>
          </a:prstGeom>
          <a:ln w="28575" cmpd="sng">
            <a:solidFill>
              <a:srgbClr val="0070C0"/>
            </a:solidFill>
            <a:prstDash val="solid"/>
          </a:ln>
        </p:spPr>
      </p:pic>
      <p:pic>
        <p:nvPicPr>
          <p:cNvPr id="50" name="图片 49" descr="R-C (1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5730" y="622300"/>
            <a:ext cx="1925320" cy="1083945"/>
          </a:xfrm>
          <a:prstGeom prst="rect">
            <a:avLst/>
          </a:prstGeom>
          <a:ln w="28575" cmpd="sng">
            <a:solidFill>
              <a:srgbClr val="0070C0"/>
            </a:solidFill>
            <a:prstDash val="solid"/>
          </a:ln>
        </p:spPr>
      </p:pic>
      <p:pic>
        <p:nvPicPr>
          <p:cNvPr id="51" name="图片 50" descr="R-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1855" y="628015"/>
            <a:ext cx="1976755" cy="1083310"/>
          </a:xfrm>
          <a:prstGeom prst="rect">
            <a:avLst/>
          </a:prstGeom>
          <a:ln w="28575" cmpd="sng">
            <a:solidFill>
              <a:srgbClr val="0070C0"/>
            </a:solidFill>
            <a:prstDash val="solid"/>
          </a:ln>
        </p:spPr>
      </p:pic>
      <p:sp>
        <p:nvSpPr>
          <p:cNvPr id="53" name="文本框 52"/>
          <p:cNvSpPr txBox="1"/>
          <p:nvPr>
            <p:custDataLst>
              <p:tags r:id="rId12"/>
            </p:custDataLst>
          </p:nvPr>
        </p:nvSpPr>
        <p:spPr>
          <a:xfrm>
            <a:off x="154305" y="676910"/>
            <a:ext cx="37592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开发设计</a:t>
            </a:r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总监</a:t>
            </a:r>
            <a:endParaRPr lang="zh-CN" altLang="en-US" sz="1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154940" y="2289810"/>
            <a:ext cx="37592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模型设计</a:t>
            </a:r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人员</a:t>
            </a:r>
            <a:endParaRPr lang="zh-CN" altLang="en-US" sz="1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154305" y="3868420"/>
            <a:ext cx="375920" cy="12604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数据库设计</a:t>
            </a:r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人员</a:t>
            </a:r>
            <a:endParaRPr lang="zh-CN" altLang="en-US" sz="1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154940" y="5755005"/>
            <a:ext cx="37592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配套</a:t>
            </a:r>
            <a:r>
              <a:rPr lang="zh-CN" alt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单位</a:t>
            </a:r>
            <a:endParaRPr lang="zh-CN" altLang="en-US" sz="1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8" name="燕尾形 57"/>
          <p:cNvSpPr/>
          <p:nvPr/>
        </p:nvSpPr>
        <p:spPr>
          <a:xfrm>
            <a:off x="1991360" y="1779905"/>
            <a:ext cx="2131060" cy="287655"/>
          </a:xfrm>
          <a:prstGeom prst="chevron">
            <a:avLst/>
          </a:prstGeom>
          <a:solidFill>
            <a:srgbClr val="F1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燕尾形 59"/>
          <p:cNvSpPr/>
          <p:nvPr>
            <p:custDataLst>
              <p:tags r:id="rId16"/>
            </p:custDataLst>
          </p:nvPr>
        </p:nvSpPr>
        <p:spPr>
          <a:xfrm>
            <a:off x="4007485" y="1779905"/>
            <a:ext cx="2131060" cy="287655"/>
          </a:xfrm>
          <a:prstGeom prst="chevron">
            <a:avLst/>
          </a:prstGeom>
          <a:solidFill>
            <a:srgbClr val="F1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燕尾形 60"/>
          <p:cNvSpPr/>
          <p:nvPr>
            <p:custDataLst>
              <p:tags r:id="rId17"/>
            </p:custDataLst>
          </p:nvPr>
        </p:nvSpPr>
        <p:spPr>
          <a:xfrm>
            <a:off x="6023610" y="1780540"/>
            <a:ext cx="2131060" cy="287655"/>
          </a:xfrm>
          <a:prstGeom prst="chevron">
            <a:avLst/>
          </a:prstGeom>
          <a:solidFill>
            <a:srgbClr val="F1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燕尾形 61"/>
          <p:cNvSpPr/>
          <p:nvPr>
            <p:custDataLst>
              <p:tags r:id="rId18"/>
            </p:custDataLst>
          </p:nvPr>
        </p:nvSpPr>
        <p:spPr>
          <a:xfrm>
            <a:off x="8040370" y="1779905"/>
            <a:ext cx="2131060" cy="287655"/>
          </a:xfrm>
          <a:prstGeom prst="chevron">
            <a:avLst/>
          </a:prstGeom>
          <a:solidFill>
            <a:srgbClr val="F1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燕尾形 62"/>
          <p:cNvSpPr/>
          <p:nvPr>
            <p:custDataLst>
              <p:tags r:id="rId19"/>
            </p:custDataLst>
          </p:nvPr>
        </p:nvSpPr>
        <p:spPr>
          <a:xfrm>
            <a:off x="10056495" y="1780540"/>
            <a:ext cx="2131060" cy="287655"/>
          </a:xfrm>
          <a:prstGeom prst="chevron">
            <a:avLst/>
          </a:prstGeom>
          <a:solidFill>
            <a:srgbClr val="F1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20"/>
            </p:custDataLst>
          </p:nvPr>
        </p:nvSpPr>
        <p:spPr>
          <a:xfrm>
            <a:off x="2495550" y="1744980"/>
            <a:ext cx="10490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初步设计</a:t>
            </a:r>
            <a:endParaRPr lang="zh-CN" altLang="en-US" sz="16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5" name="文本框 64"/>
          <p:cNvSpPr txBox="1"/>
          <p:nvPr>
            <p:custDataLst>
              <p:tags r:id="rId21"/>
            </p:custDataLst>
          </p:nvPr>
        </p:nvSpPr>
        <p:spPr>
          <a:xfrm>
            <a:off x="4517390" y="1753235"/>
            <a:ext cx="10490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详细设计</a:t>
            </a:r>
            <a:endParaRPr lang="zh-CN" altLang="en-US" sz="16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6" name="文本框 65"/>
          <p:cNvSpPr txBox="1"/>
          <p:nvPr>
            <p:custDataLst>
              <p:tags r:id="rId22"/>
            </p:custDataLst>
          </p:nvPr>
        </p:nvSpPr>
        <p:spPr>
          <a:xfrm>
            <a:off x="6671945" y="1760220"/>
            <a:ext cx="10490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调试</a:t>
            </a:r>
            <a:endParaRPr lang="zh-CN" altLang="en-US" sz="16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7" name="文本框 66"/>
          <p:cNvSpPr txBox="1"/>
          <p:nvPr>
            <p:custDataLst>
              <p:tags r:id="rId23"/>
            </p:custDataLst>
          </p:nvPr>
        </p:nvSpPr>
        <p:spPr>
          <a:xfrm>
            <a:off x="8581390" y="1753235"/>
            <a:ext cx="10490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数字仿真</a:t>
            </a:r>
            <a:endParaRPr lang="zh-CN" altLang="en-US" sz="16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8" name="文本框 67"/>
          <p:cNvSpPr txBox="1"/>
          <p:nvPr>
            <p:custDataLst>
              <p:tags r:id="rId24"/>
            </p:custDataLst>
          </p:nvPr>
        </p:nvSpPr>
        <p:spPr>
          <a:xfrm>
            <a:off x="10560050" y="1753235"/>
            <a:ext cx="110426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系统</a:t>
            </a:r>
            <a:r>
              <a:rPr lang="zh-CN" altLang="en-US" sz="16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集成</a:t>
            </a:r>
            <a:endParaRPr lang="zh-CN" altLang="en-US" sz="16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9" name="图片 68" descr="R-C (1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19415" y="622300"/>
            <a:ext cx="1986915" cy="1084580"/>
          </a:xfrm>
          <a:prstGeom prst="rect">
            <a:avLst/>
          </a:prstGeom>
          <a:ln w="28575" cmpd="sng">
            <a:solidFill>
              <a:srgbClr val="0070C0"/>
            </a:solidFill>
            <a:prstDash val="solid"/>
          </a:ln>
        </p:spPr>
      </p:pic>
      <p:pic>
        <p:nvPicPr>
          <p:cNvPr id="70" name="图片 69" descr="R-C (3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97135" y="607695"/>
            <a:ext cx="1987550" cy="1086485"/>
          </a:xfrm>
          <a:prstGeom prst="rect">
            <a:avLst/>
          </a:prstGeom>
          <a:ln w="28575" cmpd="sng">
            <a:solidFill>
              <a:srgbClr val="0070C0"/>
            </a:solidFill>
            <a:prstDash val="solid"/>
          </a:ln>
        </p:spPr>
      </p:pic>
      <p:sp>
        <p:nvSpPr>
          <p:cNvPr id="71" name="矩形 70"/>
          <p:cNvSpPr/>
          <p:nvPr/>
        </p:nvSpPr>
        <p:spPr>
          <a:xfrm>
            <a:off x="1918970" y="2205355"/>
            <a:ext cx="10153650" cy="1613535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>
            <p:custDataLst>
              <p:tags r:id="rId27"/>
            </p:custDataLst>
          </p:nvPr>
        </p:nvSpPr>
        <p:spPr>
          <a:xfrm>
            <a:off x="1918970" y="3880485"/>
            <a:ext cx="10153650" cy="1947545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>
            <p:custDataLst>
              <p:tags r:id="rId28"/>
            </p:custDataLst>
          </p:nvPr>
        </p:nvSpPr>
        <p:spPr>
          <a:xfrm>
            <a:off x="1931035" y="5888990"/>
            <a:ext cx="10153650" cy="906145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991360" y="2548890"/>
            <a:ext cx="3128010" cy="1168400"/>
          </a:xfrm>
          <a:prstGeom prst="rect">
            <a:avLst/>
          </a:prstGeom>
          <a:noFill/>
          <a:ln w="28575" cmpd="sng">
            <a:solidFill>
              <a:srgbClr val="94C9F7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29"/>
            </p:custDataLst>
          </p:nvPr>
        </p:nvSpPr>
        <p:spPr>
          <a:xfrm>
            <a:off x="5784215" y="2205355"/>
            <a:ext cx="23126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表现层功能模块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设计</a:t>
            </a:r>
            <a:endParaRPr lang="zh-CN" altLang="en-US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063115" y="281686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30"/>
            </p:custDataLst>
          </p:nvPr>
        </p:nvSpPr>
        <p:spPr>
          <a:xfrm>
            <a:off x="2999105" y="2547620"/>
            <a:ext cx="1277620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400" b="1">
                <a:solidFill>
                  <a:schemeClr val="accent4"/>
                </a:solidFill>
                <a:effectLst/>
              </a:rPr>
              <a:t>资源管理</a:t>
            </a:r>
            <a:r>
              <a:rPr lang="zh-CN" altLang="en-US" sz="1400" b="1">
                <a:solidFill>
                  <a:schemeClr val="accent4"/>
                </a:solidFill>
                <a:effectLst/>
              </a:rPr>
              <a:t>界面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79" name="文本框 78"/>
          <p:cNvSpPr txBox="1"/>
          <p:nvPr>
            <p:custDataLst>
              <p:tags r:id="rId31"/>
            </p:custDataLst>
          </p:nvPr>
        </p:nvSpPr>
        <p:spPr>
          <a:xfrm>
            <a:off x="2046605" y="2799080"/>
            <a:ext cx="273685" cy="8299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节点管理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0" name="矩形 79"/>
          <p:cNvSpPr/>
          <p:nvPr>
            <p:custDataLst>
              <p:tags r:id="rId32"/>
            </p:custDataLst>
          </p:nvPr>
        </p:nvSpPr>
        <p:spPr>
          <a:xfrm>
            <a:off x="2443480" y="281686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>
            <p:custDataLst>
              <p:tags r:id="rId33"/>
            </p:custDataLst>
          </p:nvPr>
        </p:nvSpPr>
        <p:spPr>
          <a:xfrm>
            <a:off x="2823845" y="281686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>
            <p:custDataLst>
              <p:tags r:id="rId34"/>
            </p:custDataLst>
          </p:nvPr>
        </p:nvSpPr>
        <p:spPr>
          <a:xfrm>
            <a:off x="3204210" y="281686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>
            <p:custDataLst>
              <p:tags r:id="rId35"/>
            </p:custDataLst>
          </p:nvPr>
        </p:nvSpPr>
        <p:spPr>
          <a:xfrm>
            <a:off x="3584575" y="281686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>
            <p:custDataLst>
              <p:tags r:id="rId36"/>
            </p:custDataLst>
          </p:nvPr>
        </p:nvSpPr>
        <p:spPr>
          <a:xfrm>
            <a:off x="3964940" y="280035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>
            <p:custDataLst>
              <p:tags r:id="rId37"/>
            </p:custDataLst>
          </p:nvPr>
        </p:nvSpPr>
        <p:spPr>
          <a:xfrm>
            <a:off x="4345305" y="280035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>
            <p:custDataLst>
              <p:tags r:id="rId38"/>
            </p:custDataLst>
          </p:nvPr>
        </p:nvSpPr>
        <p:spPr>
          <a:xfrm>
            <a:off x="4725670" y="2800350"/>
            <a:ext cx="281305" cy="8286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>
            <p:custDataLst>
              <p:tags r:id="rId39"/>
            </p:custDataLst>
          </p:nvPr>
        </p:nvSpPr>
        <p:spPr>
          <a:xfrm>
            <a:off x="2429510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任务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8" name="文本框 87"/>
          <p:cNvSpPr txBox="1"/>
          <p:nvPr>
            <p:custDataLst>
              <p:tags r:id="rId40"/>
            </p:custDataLst>
          </p:nvPr>
        </p:nvSpPr>
        <p:spPr>
          <a:xfrm>
            <a:off x="2812415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用户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9" name="文本框 88"/>
          <p:cNvSpPr txBox="1"/>
          <p:nvPr>
            <p:custDataLst>
              <p:tags r:id="rId41"/>
            </p:custDataLst>
          </p:nvPr>
        </p:nvSpPr>
        <p:spPr>
          <a:xfrm>
            <a:off x="3195320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节点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调度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0" name="文本框 89"/>
          <p:cNvSpPr txBox="1"/>
          <p:nvPr>
            <p:custDataLst>
              <p:tags r:id="rId42"/>
            </p:custDataLst>
          </p:nvPr>
        </p:nvSpPr>
        <p:spPr>
          <a:xfrm>
            <a:off x="3578225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容器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1" name="文本框 90"/>
          <p:cNvSpPr txBox="1"/>
          <p:nvPr>
            <p:custDataLst>
              <p:tags r:id="rId43"/>
            </p:custDataLst>
          </p:nvPr>
        </p:nvSpPr>
        <p:spPr>
          <a:xfrm>
            <a:off x="3961130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状态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监测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2" name="文本框 91"/>
          <p:cNvSpPr txBox="1"/>
          <p:nvPr>
            <p:custDataLst>
              <p:tags r:id="rId44"/>
            </p:custDataLst>
          </p:nvPr>
        </p:nvSpPr>
        <p:spPr>
          <a:xfrm>
            <a:off x="4344035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编辑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3" name="文本框 92"/>
          <p:cNvSpPr txBox="1"/>
          <p:nvPr>
            <p:custDataLst>
              <p:tags r:id="rId45"/>
            </p:custDataLst>
          </p:nvPr>
        </p:nvSpPr>
        <p:spPr>
          <a:xfrm>
            <a:off x="4726940" y="2799080"/>
            <a:ext cx="2736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4" name="矩形 93"/>
          <p:cNvSpPr/>
          <p:nvPr>
            <p:custDataLst>
              <p:tags r:id="rId46"/>
            </p:custDataLst>
          </p:nvPr>
        </p:nvSpPr>
        <p:spPr>
          <a:xfrm>
            <a:off x="5216525" y="2548890"/>
            <a:ext cx="3806825" cy="1168400"/>
          </a:xfrm>
          <a:prstGeom prst="rect">
            <a:avLst/>
          </a:prstGeom>
          <a:noFill/>
          <a:ln w="28575" cmpd="sng">
            <a:solidFill>
              <a:srgbClr val="94C9F7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5303520" y="2894330"/>
            <a:ext cx="791210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>
            <p:custDataLst>
              <p:tags r:id="rId47"/>
            </p:custDataLst>
          </p:nvPr>
        </p:nvSpPr>
        <p:spPr>
          <a:xfrm>
            <a:off x="6456045" y="2547620"/>
            <a:ext cx="1277620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400" b="1">
                <a:solidFill>
                  <a:schemeClr val="accent4"/>
                </a:solidFill>
                <a:effectLst/>
              </a:rPr>
              <a:t>引擎控制界面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98" name="文本框 97"/>
          <p:cNvSpPr txBox="1"/>
          <p:nvPr>
            <p:custDataLst>
              <p:tags r:id="rId48"/>
            </p:custDataLst>
          </p:nvPr>
        </p:nvSpPr>
        <p:spPr>
          <a:xfrm>
            <a:off x="5303520" y="2865755"/>
            <a:ext cx="8070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加载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9" name="矩形 98"/>
          <p:cNvSpPr/>
          <p:nvPr>
            <p:custDataLst>
              <p:tags r:id="rId49"/>
            </p:custDataLst>
          </p:nvPr>
        </p:nvSpPr>
        <p:spPr>
          <a:xfrm>
            <a:off x="6137275" y="2894330"/>
            <a:ext cx="1148715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>
            <p:custDataLst>
              <p:tags r:id="rId50"/>
            </p:custDataLst>
          </p:nvPr>
        </p:nvSpPr>
        <p:spPr>
          <a:xfrm>
            <a:off x="7328535" y="2894330"/>
            <a:ext cx="782955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01" name="文本框 100"/>
          <p:cNvSpPr txBox="1"/>
          <p:nvPr>
            <p:custDataLst>
              <p:tags r:id="rId51"/>
            </p:custDataLst>
          </p:nvPr>
        </p:nvSpPr>
        <p:spPr>
          <a:xfrm>
            <a:off x="6089650" y="2865755"/>
            <a:ext cx="127825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仿真加速比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2" name="文本框 101"/>
          <p:cNvSpPr txBox="1"/>
          <p:nvPr>
            <p:custDataLst>
              <p:tags r:id="rId52"/>
            </p:custDataLst>
          </p:nvPr>
        </p:nvSpPr>
        <p:spPr>
          <a:xfrm>
            <a:off x="7346950" y="286575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开始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3" name="矩形 102"/>
          <p:cNvSpPr/>
          <p:nvPr>
            <p:custDataLst>
              <p:tags r:id="rId53"/>
            </p:custDataLst>
          </p:nvPr>
        </p:nvSpPr>
        <p:spPr>
          <a:xfrm>
            <a:off x="8154035" y="2894330"/>
            <a:ext cx="782955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04" name="矩形 103"/>
          <p:cNvSpPr/>
          <p:nvPr>
            <p:custDataLst>
              <p:tags r:id="rId54"/>
            </p:custDataLst>
          </p:nvPr>
        </p:nvSpPr>
        <p:spPr>
          <a:xfrm>
            <a:off x="5303520" y="3274060"/>
            <a:ext cx="791210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>
            <p:custDataLst>
              <p:tags r:id="rId55"/>
            </p:custDataLst>
          </p:nvPr>
        </p:nvSpPr>
        <p:spPr>
          <a:xfrm>
            <a:off x="6138545" y="3268345"/>
            <a:ext cx="1148715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>
            <p:custDataLst>
              <p:tags r:id="rId56"/>
            </p:custDataLst>
          </p:nvPr>
        </p:nvSpPr>
        <p:spPr>
          <a:xfrm>
            <a:off x="7328535" y="3268345"/>
            <a:ext cx="1607820" cy="2470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>
            <p:custDataLst>
              <p:tags r:id="rId57"/>
            </p:custDataLst>
          </p:nvPr>
        </p:nvSpPr>
        <p:spPr>
          <a:xfrm>
            <a:off x="8155940" y="286575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暂停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9" name="文本框 108"/>
          <p:cNvSpPr txBox="1"/>
          <p:nvPr>
            <p:custDataLst>
              <p:tags r:id="rId58"/>
            </p:custDataLst>
          </p:nvPr>
        </p:nvSpPr>
        <p:spPr>
          <a:xfrm>
            <a:off x="5303520" y="324548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结束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0" name="文本框 109"/>
          <p:cNvSpPr txBox="1"/>
          <p:nvPr>
            <p:custDataLst>
              <p:tags r:id="rId59"/>
            </p:custDataLst>
          </p:nvPr>
        </p:nvSpPr>
        <p:spPr>
          <a:xfrm>
            <a:off x="6159500" y="3245485"/>
            <a:ext cx="127825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仿真时间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显示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1" name="文本框 110"/>
          <p:cNvSpPr txBox="1"/>
          <p:nvPr>
            <p:custDataLst>
              <p:tags r:id="rId60"/>
            </p:custDataLst>
          </p:nvPr>
        </p:nvSpPr>
        <p:spPr>
          <a:xfrm>
            <a:off x="7463790" y="3245485"/>
            <a:ext cx="14725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仿真实体列表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显示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2" name="矩形 111"/>
          <p:cNvSpPr/>
          <p:nvPr>
            <p:custDataLst>
              <p:tags r:id="rId61"/>
            </p:custDataLst>
          </p:nvPr>
        </p:nvSpPr>
        <p:spPr>
          <a:xfrm>
            <a:off x="9120505" y="2547620"/>
            <a:ext cx="2886075" cy="1168400"/>
          </a:xfrm>
          <a:prstGeom prst="rect">
            <a:avLst/>
          </a:prstGeom>
          <a:noFill/>
          <a:ln w="28575" cmpd="sng">
            <a:solidFill>
              <a:srgbClr val="94C9F7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9408160" y="289433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62"/>
            </p:custDataLst>
          </p:nvPr>
        </p:nvSpPr>
        <p:spPr>
          <a:xfrm>
            <a:off x="9912985" y="2547620"/>
            <a:ext cx="1538605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400" b="1">
                <a:solidFill>
                  <a:schemeClr val="accent4"/>
                </a:solidFill>
                <a:effectLst/>
              </a:rPr>
              <a:t>二三维</a:t>
            </a:r>
            <a:r>
              <a:rPr lang="zh-CN" altLang="en-US" sz="1400" b="1">
                <a:solidFill>
                  <a:schemeClr val="accent4"/>
                </a:solidFill>
                <a:effectLst/>
              </a:rPr>
              <a:t>显示界面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117" name="矩形 116"/>
          <p:cNvSpPr/>
          <p:nvPr>
            <p:custDataLst>
              <p:tags r:id="rId63"/>
            </p:custDataLst>
          </p:nvPr>
        </p:nvSpPr>
        <p:spPr>
          <a:xfrm>
            <a:off x="9408160" y="317373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矩形 117"/>
          <p:cNvSpPr/>
          <p:nvPr>
            <p:custDataLst>
              <p:tags r:id="rId64"/>
            </p:custDataLst>
          </p:nvPr>
        </p:nvSpPr>
        <p:spPr>
          <a:xfrm>
            <a:off x="10775950" y="289433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矩形 118"/>
          <p:cNvSpPr/>
          <p:nvPr>
            <p:custDataLst>
              <p:tags r:id="rId65"/>
            </p:custDataLst>
          </p:nvPr>
        </p:nvSpPr>
        <p:spPr>
          <a:xfrm>
            <a:off x="10775950" y="317373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>
            <p:custDataLst>
              <p:tags r:id="rId66"/>
            </p:custDataLst>
          </p:nvPr>
        </p:nvSpPr>
        <p:spPr>
          <a:xfrm>
            <a:off x="9484995" y="285305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二维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显示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1" name="文本框 120"/>
          <p:cNvSpPr txBox="1"/>
          <p:nvPr>
            <p:custDataLst>
              <p:tags r:id="rId67"/>
            </p:custDataLst>
          </p:nvPr>
        </p:nvSpPr>
        <p:spPr>
          <a:xfrm>
            <a:off x="9484995" y="314134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数据显示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2" name="文本框 121"/>
          <p:cNvSpPr txBox="1"/>
          <p:nvPr>
            <p:custDataLst>
              <p:tags r:id="rId68"/>
            </p:custDataLst>
          </p:nvPr>
        </p:nvSpPr>
        <p:spPr>
          <a:xfrm>
            <a:off x="10848340" y="286575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三维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显示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3" name="文本框 122"/>
          <p:cNvSpPr txBox="1"/>
          <p:nvPr>
            <p:custDataLst>
              <p:tags r:id="rId69"/>
            </p:custDataLst>
          </p:nvPr>
        </p:nvSpPr>
        <p:spPr>
          <a:xfrm>
            <a:off x="10848340" y="3141345"/>
            <a:ext cx="8299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系统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配置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4" name="矩形 123"/>
          <p:cNvSpPr/>
          <p:nvPr>
            <p:custDataLst>
              <p:tags r:id="rId70"/>
            </p:custDataLst>
          </p:nvPr>
        </p:nvSpPr>
        <p:spPr>
          <a:xfrm>
            <a:off x="1991360" y="4365625"/>
            <a:ext cx="3925570" cy="1297305"/>
          </a:xfrm>
          <a:prstGeom prst="rect">
            <a:avLst/>
          </a:prstGeom>
          <a:noFill/>
          <a:ln w="28575" cmpd="sng">
            <a:solidFill>
              <a:srgbClr val="94C9F7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文本框 124"/>
          <p:cNvSpPr txBox="1"/>
          <p:nvPr>
            <p:custDataLst>
              <p:tags r:id="rId71"/>
            </p:custDataLst>
          </p:nvPr>
        </p:nvSpPr>
        <p:spPr>
          <a:xfrm>
            <a:off x="5784215" y="3933190"/>
            <a:ext cx="23126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服务层功能模块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设计</a:t>
            </a:r>
            <a:endParaRPr lang="zh-CN" altLang="en-US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6" name="矩形 125"/>
          <p:cNvSpPr/>
          <p:nvPr>
            <p:custDataLst>
              <p:tags r:id="rId72"/>
            </p:custDataLst>
          </p:nvPr>
        </p:nvSpPr>
        <p:spPr>
          <a:xfrm>
            <a:off x="2103120" y="4745990"/>
            <a:ext cx="78676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文本框 126"/>
          <p:cNvSpPr txBox="1"/>
          <p:nvPr>
            <p:custDataLst>
              <p:tags r:id="rId73"/>
            </p:custDataLst>
          </p:nvPr>
        </p:nvSpPr>
        <p:spPr>
          <a:xfrm>
            <a:off x="2103120" y="4725670"/>
            <a:ext cx="8070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解析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8" name="文本框 127"/>
          <p:cNvSpPr txBox="1"/>
          <p:nvPr>
            <p:custDataLst>
              <p:tags r:id="rId74"/>
            </p:custDataLst>
          </p:nvPr>
        </p:nvSpPr>
        <p:spPr>
          <a:xfrm>
            <a:off x="3469005" y="4401820"/>
            <a:ext cx="958850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400" b="1">
                <a:solidFill>
                  <a:schemeClr val="accent4"/>
                </a:solidFill>
                <a:effectLst/>
              </a:rPr>
              <a:t>引擎</a:t>
            </a:r>
            <a:r>
              <a:rPr lang="zh-CN" altLang="en-US" sz="1400" b="1">
                <a:solidFill>
                  <a:schemeClr val="accent4"/>
                </a:solidFill>
                <a:effectLst/>
              </a:rPr>
              <a:t>服务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129" name="矩形 128"/>
          <p:cNvSpPr/>
          <p:nvPr>
            <p:custDataLst>
              <p:tags r:id="rId75"/>
            </p:custDataLst>
          </p:nvPr>
        </p:nvSpPr>
        <p:spPr>
          <a:xfrm>
            <a:off x="2103120" y="5013325"/>
            <a:ext cx="78676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矩形 129"/>
          <p:cNvSpPr/>
          <p:nvPr>
            <p:custDataLst>
              <p:tags r:id="rId76"/>
            </p:custDataLst>
          </p:nvPr>
        </p:nvSpPr>
        <p:spPr>
          <a:xfrm>
            <a:off x="2103120" y="5293360"/>
            <a:ext cx="78676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矩形 130"/>
          <p:cNvSpPr/>
          <p:nvPr>
            <p:custDataLst>
              <p:tags r:id="rId77"/>
            </p:custDataLst>
          </p:nvPr>
        </p:nvSpPr>
        <p:spPr>
          <a:xfrm>
            <a:off x="2998470" y="4745990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矩形 131"/>
          <p:cNvSpPr/>
          <p:nvPr>
            <p:custDataLst>
              <p:tags r:id="rId78"/>
            </p:custDataLst>
          </p:nvPr>
        </p:nvSpPr>
        <p:spPr>
          <a:xfrm>
            <a:off x="2998470" y="5013325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矩形 132"/>
          <p:cNvSpPr/>
          <p:nvPr>
            <p:custDataLst>
              <p:tags r:id="rId79"/>
            </p:custDataLst>
          </p:nvPr>
        </p:nvSpPr>
        <p:spPr>
          <a:xfrm>
            <a:off x="2998470" y="5293360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矩形 133"/>
          <p:cNvSpPr/>
          <p:nvPr>
            <p:custDataLst>
              <p:tags r:id="rId80"/>
            </p:custDataLst>
          </p:nvPr>
        </p:nvSpPr>
        <p:spPr>
          <a:xfrm>
            <a:off x="4427855" y="4745990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矩形 134"/>
          <p:cNvSpPr/>
          <p:nvPr>
            <p:custDataLst>
              <p:tags r:id="rId81"/>
            </p:custDataLst>
          </p:nvPr>
        </p:nvSpPr>
        <p:spPr>
          <a:xfrm>
            <a:off x="4427855" y="5013325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矩形 135"/>
          <p:cNvSpPr/>
          <p:nvPr>
            <p:custDataLst>
              <p:tags r:id="rId82"/>
            </p:custDataLst>
          </p:nvPr>
        </p:nvSpPr>
        <p:spPr>
          <a:xfrm>
            <a:off x="4427855" y="5293360"/>
            <a:ext cx="13081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>
            <p:custDataLst>
              <p:tags r:id="rId83"/>
            </p:custDataLst>
          </p:nvPr>
        </p:nvSpPr>
        <p:spPr>
          <a:xfrm>
            <a:off x="2103120" y="5001260"/>
            <a:ext cx="8070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推演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8" name="文本框 137"/>
          <p:cNvSpPr txBox="1"/>
          <p:nvPr>
            <p:custDataLst>
              <p:tags r:id="rId84"/>
            </p:custDataLst>
          </p:nvPr>
        </p:nvSpPr>
        <p:spPr>
          <a:xfrm>
            <a:off x="2103120" y="5276850"/>
            <a:ext cx="8070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资源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释放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3" name="文本框 142"/>
          <p:cNvSpPr txBox="1"/>
          <p:nvPr>
            <p:custDataLst>
              <p:tags r:id="rId85"/>
            </p:custDataLst>
          </p:nvPr>
        </p:nvSpPr>
        <p:spPr>
          <a:xfrm>
            <a:off x="2998470" y="4725670"/>
            <a:ext cx="14039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仿真环境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初始化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6" name="文本框 145"/>
          <p:cNvSpPr txBox="1"/>
          <p:nvPr>
            <p:custDataLst>
              <p:tags r:id="rId86"/>
            </p:custDataLst>
          </p:nvPr>
        </p:nvSpPr>
        <p:spPr>
          <a:xfrm>
            <a:off x="2998470" y="5001260"/>
            <a:ext cx="140398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内嵌式模型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交互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7" name="文本框 146"/>
          <p:cNvSpPr txBox="1"/>
          <p:nvPr>
            <p:custDataLst>
              <p:tags r:id="rId87"/>
            </p:custDataLst>
          </p:nvPr>
        </p:nvSpPr>
        <p:spPr>
          <a:xfrm>
            <a:off x="3071495" y="5276850"/>
            <a:ext cx="112395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记录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8" name="文本框 147"/>
          <p:cNvSpPr txBox="1"/>
          <p:nvPr>
            <p:custDataLst>
              <p:tags r:id="rId88"/>
            </p:custDataLst>
          </p:nvPr>
        </p:nvSpPr>
        <p:spPr>
          <a:xfrm>
            <a:off x="4511675" y="5276850"/>
            <a:ext cx="112395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推送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0" name="文本框 149"/>
          <p:cNvSpPr txBox="1"/>
          <p:nvPr>
            <p:custDataLst>
              <p:tags r:id="rId89"/>
            </p:custDataLst>
          </p:nvPr>
        </p:nvSpPr>
        <p:spPr>
          <a:xfrm>
            <a:off x="4517390" y="5002530"/>
            <a:ext cx="112395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外部模型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交互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1" name="矩形 150"/>
          <p:cNvSpPr/>
          <p:nvPr>
            <p:custDataLst>
              <p:tags r:id="rId90"/>
            </p:custDataLst>
          </p:nvPr>
        </p:nvSpPr>
        <p:spPr>
          <a:xfrm>
            <a:off x="6133465" y="4365625"/>
            <a:ext cx="5832475" cy="1297305"/>
          </a:xfrm>
          <a:prstGeom prst="rect">
            <a:avLst/>
          </a:prstGeom>
          <a:noFill/>
          <a:ln w="28575" cmpd="sng">
            <a:solidFill>
              <a:srgbClr val="94C9F7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文本框 154"/>
          <p:cNvSpPr txBox="1"/>
          <p:nvPr>
            <p:custDataLst>
              <p:tags r:id="rId91"/>
            </p:custDataLst>
          </p:nvPr>
        </p:nvSpPr>
        <p:spPr>
          <a:xfrm>
            <a:off x="4626610" y="4726940"/>
            <a:ext cx="96964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初始化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6" name="矩形 155"/>
          <p:cNvSpPr/>
          <p:nvPr>
            <p:custDataLst>
              <p:tags r:id="rId92"/>
            </p:custDataLst>
          </p:nvPr>
        </p:nvSpPr>
        <p:spPr>
          <a:xfrm>
            <a:off x="6237605" y="4745990"/>
            <a:ext cx="85344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文本框 156"/>
          <p:cNvSpPr txBox="1"/>
          <p:nvPr>
            <p:custDataLst>
              <p:tags r:id="rId93"/>
            </p:custDataLst>
          </p:nvPr>
        </p:nvSpPr>
        <p:spPr>
          <a:xfrm>
            <a:off x="8528050" y="4401820"/>
            <a:ext cx="958850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1400" b="1">
                <a:solidFill>
                  <a:schemeClr val="accent4"/>
                </a:solidFill>
                <a:effectLst/>
              </a:rPr>
              <a:t>接口</a:t>
            </a:r>
            <a:r>
              <a:rPr lang="zh-CN" altLang="en-US" sz="1400" b="1">
                <a:solidFill>
                  <a:schemeClr val="accent4"/>
                </a:solidFill>
                <a:effectLst/>
              </a:rPr>
              <a:t>服务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158" name="矩形 157"/>
          <p:cNvSpPr/>
          <p:nvPr>
            <p:custDataLst>
              <p:tags r:id="rId94"/>
            </p:custDataLst>
          </p:nvPr>
        </p:nvSpPr>
        <p:spPr>
          <a:xfrm>
            <a:off x="7128510" y="474599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59" name="文本框 158"/>
          <p:cNvSpPr txBox="1"/>
          <p:nvPr>
            <p:custDataLst>
              <p:tags r:id="rId95"/>
            </p:custDataLst>
          </p:nvPr>
        </p:nvSpPr>
        <p:spPr>
          <a:xfrm>
            <a:off x="6250940" y="4725035"/>
            <a:ext cx="80835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用户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0" name="矩形 159"/>
          <p:cNvSpPr/>
          <p:nvPr>
            <p:custDataLst>
              <p:tags r:id="rId96"/>
            </p:custDataLst>
          </p:nvPr>
        </p:nvSpPr>
        <p:spPr>
          <a:xfrm>
            <a:off x="8154035" y="474599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61" name="矩形 160"/>
          <p:cNvSpPr/>
          <p:nvPr>
            <p:custDataLst>
              <p:tags r:id="rId97"/>
            </p:custDataLst>
          </p:nvPr>
        </p:nvSpPr>
        <p:spPr>
          <a:xfrm>
            <a:off x="9192260" y="4745990"/>
            <a:ext cx="75755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矩形 161"/>
          <p:cNvSpPr/>
          <p:nvPr>
            <p:custDataLst>
              <p:tags r:id="rId98"/>
            </p:custDataLst>
          </p:nvPr>
        </p:nvSpPr>
        <p:spPr>
          <a:xfrm>
            <a:off x="10006330" y="474599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矩形 162"/>
          <p:cNvSpPr/>
          <p:nvPr>
            <p:custDataLst>
              <p:tags r:id="rId99"/>
            </p:custDataLst>
          </p:nvPr>
        </p:nvSpPr>
        <p:spPr>
          <a:xfrm>
            <a:off x="6237605" y="5013325"/>
            <a:ext cx="163195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64" name="矩形 163"/>
          <p:cNvSpPr/>
          <p:nvPr>
            <p:custDataLst>
              <p:tags r:id="rId100"/>
            </p:custDataLst>
          </p:nvPr>
        </p:nvSpPr>
        <p:spPr>
          <a:xfrm>
            <a:off x="7969250" y="500126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65" name="矩形 164"/>
          <p:cNvSpPr/>
          <p:nvPr>
            <p:custDataLst>
              <p:tags r:id="rId101"/>
            </p:custDataLst>
          </p:nvPr>
        </p:nvSpPr>
        <p:spPr>
          <a:xfrm>
            <a:off x="8994775" y="5013325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66" name="矩形 165"/>
          <p:cNvSpPr/>
          <p:nvPr>
            <p:custDataLst>
              <p:tags r:id="rId102"/>
            </p:custDataLst>
          </p:nvPr>
        </p:nvSpPr>
        <p:spPr>
          <a:xfrm>
            <a:off x="10040620" y="5013325"/>
            <a:ext cx="85725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67" name="矩形 166"/>
          <p:cNvSpPr/>
          <p:nvPr>
            <p:custDataLst>
              <p:tags r:id="rId103"/>
            </p:custDataLst>
          </p:nvPr>
        </p:nvSpPr>
        <p:spPr>
          <a:xfrm>
            <a:off x="6239510" y="5293360"/>
            <a:ext cx="75755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矩形 167"/>
          <p:cNvSpPr/>
          <p:nvPr>
            <p:custDataLst>
              <p:tags r:id="rId104"/>
            </p:custDataLst>
          </p:nvPr>
        </p:nvSpPr>
        <p:spPr>
          <a:xfrm>
            <a:off x="7032625" y="5293360"/>
            <a:ext cx="75755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矩形 168"/>
          <p:cNvSpPr/>
          <p:nvPr>
            <p:custDataLst>
              <p:tags r:id="rId105"/>
            </p:custDataLst>
          </p:nvPr>
        </p:nvSpPr>
        <p:spPr>
          <a:xfrm>
            <a:off x="7824470" y="5293360"/>
            <a:ext cx="757555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矩形 170"/>
          <p:cNvSpPr/>
          <p:nvPr>
            <p:custDataLst>
              <p:tags r:id="rId106"/>
            </p:custDataLst>
          </p:nvPr>
        </p:nvSpPr>
        <p:spPr>
          <a:xfrm>
            <a:off x="8616315" y="530098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72" name="矩形 171"/>
          <p:cNvSpPr/>
          <p:nvPr>
            <p:custDataLst>
              <p:tags r:id="rId107"/>
            </p:custDataLst>
          </p:nvPr>
        </p:nvSpPr>
        <p:spPr>
          <a:xfrm>
            <a:off x="10775315" y="5293360"/>
            <a:ext cx="109220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73" name="文本框 172"/>
          <p:cNvSpPr txBox="1"/>
          <p:nvPr>
            <p:custDataLst>
              <p:tags r:id="rId108"/>
            </p:custDataLst>
          </p:nvPr>
        </p:nvSpPr>
        <p:spPr>
          <a:xfrm>
            <a:off x="7059295" y="4725035"/>
            <a:ext cx="114427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试验任务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4" name="文本框 173"/>
          <p:cNvSpPr txBox="1"/>
          <p:nvPr>
            <p:custDataLst>
              <p:tags r:id="rId109"/>
            </p:custDataLst>
          </p:nvPr>
        </p:nvSpPr>
        <p:spPr>
          <a:xfrm>
            <a:off x="8096885" y="4725035"/>
            <a:ext cx="114427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5" name="文本框 174"/>
          <p:cNvSpPr txBox="1"/>
          <p:nvPr>
            <p:custDataLst>
              <p:tags r:id="rId110"/>
            </p:custDataLst>
          </p:nvPr>
        </p:nvSpPr>
        <p:spPr>
          <a:xfrm>
            <a:off x="9141460" y="4725035"/>
            <a:ext cx="80835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新增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节点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6" name="文本框 175"/>
          <p:cNvSpPr txBox="1"/>
          <p:nvPr>
            <p:custDataLst>
              <p:tags r:id="rId111"/>
            </p:custDataLst>
          </p:nvPr>
        </p:nvSpPr>
        <p:spPr>
          <a:xfrm>
            <a:off x="9949815" y="4725035"/>
            <a:ext cx="110236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容器数据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新增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7" name="文本框 176"/>
          <p:cNvSpPr txBox="1"/>
          <p:nvPr>
            <p:custDataLst>
              <p:tags r:id="rId112"/>
            </p:custDataLst>
          </p:nvPr>
        </p:nvSpPr>
        <p:spPr>
          <a:xfrm>
            <a:off x="6312535" y="5001260"/>
            <a:ext cx="147193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获取节点状态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8" name="文本框 177"/>
          <p:cNvSpPr txBox="1"/>
          <p:nvPr>
            <p:custDataLst>
              <p:tags r:id="rId113"/>
            </p:custDataLst>
          </p:nvPr>
        </p:nvSpPr>
        <p:spPr>
          <a:xfrm>
            <a:off x="7905115" y="5000625"/>
            <a:ext cx="1144270" cy="2673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新增模型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9" name="文本框 178"/>
          <p:cNvSpPr txBox="1"/>
          <p:nvPr>
            <p:custDataLst>
              <p:tags r:id="rId114"/>
            </p:custDataLst>
          </p:nvPr>
        </p:nvSpPr>
        <p:spPr>
          <a:xfrm>
            <a:off x="8952230" y="5000625"/>
            <a:ext cx="114427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获取态势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数据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0" name="文本框 179"/>
          <p:cNvSpPr txBox="1"/>
          <p:nvPr>
            <p:custDataLst>
              <p:tags r:id="rId115"/>
            </p:custDataLst>
          </p:nvPr>
        </p:nvSpPr>
        <p:spPr>
          <a:xfrm>
            <a:off x="10085070" y="5000625"/>
            <a:ext cx="81280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开始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1" name="文本框 180"/>
          <p:cNvSpPr txBox="1"/>
          <p:nvPr>
            <p:custDataLst>
              <p:tags r:id="rId116"/>
            </p:custDataLst>
          </p:nvPr>
        </p:nvSpPr>
        <p:spPr>
          <a:xfrm>
            <a:off x="6221730" y="5276850"/>
            <a:ext cx="8375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暂停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2" name="文本框 181"/>
          <p:cNvSpPr txBox="1"/>
          <p:nvPr>
            <p:custDataLst>
              <p:tags r:id="rId117"/>
            </p:custDataLst>
          </p:nvPr>
        </p:nvSpPr>
        <p:spPr>
          <a:xfrm>
            <a:off x="7032625" y="5278120"/>
            <a:ext cx="8375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结束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3" name="文本框 182"/>
          <p:cNvSpPr txBox="1"/>
          <p:nvPr>
            <p:custDataLst>
              <p:tags r:id="rId118"/>
            </p:custDataLst>
          </p:nvPr>
        </p:nvSpPr>
        <p:spPr>
          <a:xfrm>
            <a:off x="7790180" y="5276850"/>
            <a:ext cx="8375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系统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配置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4" name="文本框 183"/>
          <p:cNvSpPr txBox="1"/>
          <p:nvPr>
            <p:custDataLst>
              <p:tags r:id="rId119"/>
            </p:custDataLst>
          </p:nvPr>
        </p:nvSpPr>
        <p:spPr>
          <a:xfrm>
            <a:off x="8544560" y="5293360"/>
            <a:ext cx="11169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仿真数据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导出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5" name="文本框 184"/>
          <p:cNvSpPr txBox="1"/>
          <p:nvPr>
            <p:custDataLst>
              <p:tags r:id="rId120"/>
            </p:custDataLst>
          </p:nvPr>
        </p:nvSpPr>
        <p:spPr>
          <a:xfrm>
            <a:off x="10758805" y="5276850"/>
            <a:ext cx="124777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节点资源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释放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86" name="图片 185" descr="os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2783205" y="6093460"/>
            <a:ext cx="644525" cy="292735"/>
          </a:xfrm>
          <a:prstGeom prst="rect">
            <a:avLst/>
          </a:prstGeom>
        </p:spPr>
      </p:pic>
      <p:pic>
        <p:nvPicPr>
          <p:cNvPr id="190" name="图片 189" descr="Docker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4466590" y="6021705"/>
            <a:ext cx="659765" cy="374650"/>
          </a:xfrm>
          <a:prstGeom prst="rect">
            <a:avLst/>
          </a:prstGeom>
        </p:spPr>
      </p:pic>
      <p:pic>
        <p:nvPicPr>
          <p:cNvPr id="191" name="图片 190" descr="08_InfluxDB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720965" y="5999480"/>
            <a:ext cx="454660" cy="454660"/>
          </a:xfrm>
          <a:prstGeom prst="rect">
            <a:avLst/>
          </a:prstGeom>
        </p:spPr>
      </p:pic>
      <p:pic>
        <p:nvPicPr>
          <p:cNvPr id="192" name="图片 191" descr="08_InfluxDB (1)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9192260" y="5977255"/>
            <a:ext cx="476885" cy="476885"/>
          </a:xfrm>
          <a:prstGeom prst="rect">
            <a:avLst/>
          </a:prstGeom>
        </p:spPr>
      </p:pic>
      <p:pic>
        <p:nvPicPr>
          <p:cNvPr id="193" name="图片 192" descr="虚拟化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6181090" y="5999480"/>
            <a:ext cx="490855" cy="490855"/>
          </a:xfrm>
          <a:prstGeom prst="rect">
            <a:avLst/>
          </a:prstGeom>
        </p:spPr>
      </p:pic>
      <p:pic>
        <p:nvPicPr>
          <p:cNvPr id="194" name="图片 193" descr="网络服务器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10704195" y="5949315"/>
            <a:ext cx="533400" cy="533400"/>
          </a:xfrm>
          <a:prstGeom prst="rect">
            <a:avLst/>
          </a:prstGeom>
        </p:spPr>
      </p:pic>
      <p:sp>
        <p:nvSpPr>
          <p:cNvPr id="198" name="圆角矩形 197"/>
          <p:cNvSpPr/>
          <p:nvPr/>
        </p:nvSpPr>
        <p:spPr>
          <a:xfrm>
            <a:off x="2711450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圆角矩形 198"/>
          <p:cNvSpPr/>
          <p:nvPr>
            <p:custDataLst>
              <p:tags r:id="rId127"/>
            </p:custDataLst>
          </p:nvPr>
        </p:nvSpPr>
        <p:spPr>
          <a:xfrm>
            <a:off x="4402455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圆角矩形 199"/>
          <p:cNvSpPr/>
          <p:nvPr>
            <p:custDataLst>
              <p:tags r:id="rId128"/>
            </p:custDataLst>
          </p:nvPr>
        </p:nvSpPr>
        <p:spPr>
          <a:xfrm>
            <a:off x="6023610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圆角矩形 200"/>
          <p:cNvSpPr/>
          <p:nvPr>
            <p:custDataLst>
              <p:tags r:id="rId129"/>
            </p:custDataLst>
          </p:nvPr>
        </p:nvSpPr>
        <p:spPr>
          <a:xfrm>
            <a:off x="7531100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圆角矩形 201"/>
          <p:cNvSpPr/>
          <p:nvPr>
            <p:custDataLst>
              <p:tags r:id="rId130"/>
            </p:custDataLst>
          </p:nvPr>
        </p:nvSpPr>
        <p:spPr>
          <a:xfrm>
            <a:off x="8985885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3" name="圆角矩形 202"/>
          <p:cNvSpPr/>
          <p:nvPr>
            <p:custDataLst>
              <p:tags r:id="rId131"/>
            </p:custDataLst>
          </p:nvPr>
        </p:nvSpPr>
        <p:spPr>
          <a:xfrm>
            <a:off x="10534650" y="5949315"/>
            <a:ext cx="782955" cy="54102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4" name="文本框 203"/>
          <p:cNvSpPr txBox="1"/>
          <p:nvPr>
            <p:custDataLst>
              <p:tags r:id="rId132"/>
            </p:custDataLst>
          </p:nvPr>
        </p:nvSpPr>
        <p:spPr>
          <a:xfrm>
            <a:off x="2639060" y="6544310"/>
            <a:ext cx="103505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操作系统</a:t>
            </a:r>
            <a:r>
              <a:rPr lang="en-US" altLang="zh-CN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OS</a:t>
            </a:r>
            <a:endParaRPr lang="en-US" altLang="zh-CN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5" name="文本框 204"/>
          <p:cNvSpPr txBox="1"/>
          <p:nvPr>
            <p:custDataLst>
              <p:tags r:id="rId133"/>
            </p:custDataLst>
          </p:nvPr>
        </p:nvSpPr>
        <p:spPr>
          <a:xfrm>
            <a:off x="4268470" y="6544310"/>
            <a:ext cx="103505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Docker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容器</a:t>
            </a:r>
            <a:endParaRPr lang="zh-CN" altLang="en-US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6" name="文本框 205"/>
          <p:cNvSpPr txBox="1"/>
          <p:nvPr>
            <p:custDataLst>
              <p:tags r:id="rId134"/>
            </p:custDataLst>
          </p:nvPr>
        </p:nvSpPr>
        <p:spPr>
          <a:xfrm>
            <a:off x="6096000" y="6544310"/>
            <a:ext cx="65278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虚拟化</a:t>
            </a:r>
            <a:endParaRPr lang="zh-CN" altLang="en-US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7" name="文本框 206"/>
          <p:cNvSpPr txBox="1"/>
          <p:nvPr>
            <p:custDataLst>
              <p:tags r:id="rId135"/>
            </p:custDataLst>
          </p:nvPr>
        </p:nvSpPr>
        <p:spPr>
          <a:xfrm>
            <a:off x="7535545" y="6544310"/>
            <a:ext cx="85598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模型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资源</a:t>
            </a:r>
            <a:endParaRPr lang="zh-CN" altLang="en-US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8" name="文本框 207"/>
          <p:cNvSpPr txBox="1"/>
          <p:nvPr>
            <p:custDataLst>
              <p:tags r:id="rId136"/>
            </p:custDataLst>
          </p:nvPr>
        </p:nvSpPr>
        <p:spPr>
          <a:xfrm>
            <a:off x="9023350" y="6544310"/>
            <a:ext cx="854075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资源</a:t>
            </a:r>
            <a:endParaRPr lang="zh-CN" altLang="en-US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9" name="文本框 208"/>
          <p:cNvSpPr txBox="1"/>
          <p:nvPr>
            <p:custDataLst>
              <p:tags r:id="rId137"/>
            </p:custDataLst>
          </p:nvPr>
        </p:nvSpPr>
        <p:spPr>
          <a:xfrm>
            <a:off x="10455275" y="6544310"/>
            <a:ext cx="103124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网络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服务器</a:t>
            </a:r>
            <a:endParaRPr lang="zh-CN" altLang="en-US" sz="1200" b="1">
              <a:ln w="10160">
                <a:noFill/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0" name="文本框 209"/>
          <p:cNvSpPr txBox="1"/>
          <p:nvPr>
            <p:custDataLst>
              <p:tags r:id="rId138"/>
            </p:custDataLst>
          </p:nvPr>
        </p:nvSpPr>
        <p:spPr>
          <a:xfrm>
            <a:off x="622935" y="621030"/>
            <a:ext cx="78994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设计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方案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1" name="文本框 210"/>
          <p:cNvSpPr txBox="1"/>
          <p:nvPr>
            <p:custDataLst>
              <p:tags r:id="rId139"/>
            </p:custDataLst>
          </p:nvPr>
        </p:nvSpPr>
        <p:spPr>
          <a:xfrm>
            <a:off x="622300" y="1988820"/>
            <a:ext cx="78994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模型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设计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2" name="文本框 211"/>
          <p:cNvSpPr txBox="1"/>
          <p:nvPr>
            <p:custDataLst>
              <p:tags r:id="rId140"/>
            </p:custDataLst>
          </p:nvPr>
        </p:nvSpPr>
        <p:spPr>
          <a:xfrm>
            <a:off x="622935" y="3861435"/>
            <a:ext cx="78994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库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表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设计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3" name="文本框 212"/>
          <p:cNvSpPr txBox="1"/>
          <p:nvPr>
            <p:custDataLst>
              <p:tags r:id="rId141"/>
            </p:custDataLst>
          </p:nvPr>
        </p:nvSpPr>
        <p:spPr>
          <a:xfrm>
            <a:off x="622935" y="5509260"/>
            <a:ext cx="78994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需求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建议</a:t>
            </a:r>
            <a:endParaRPr lang="zh-CN" altLang="en-US" b="1">
              <a:ln w="10160">
                <a:noFill/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>
            <p:custDataLst>
              <p:tags r:id="rId142"/>
            </p:custDataLst>
          </p:nvPr>
        </p:nvSpPr>
        <p:spPr>
          <a:xfrm>
            <a:off x="9630410" y="5293360"/>
            <a:ext cx="9829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143"/>
            </p:custDataLst>
          </p:nvPr>
        </p:nvSpPr>
        <p:spPr>
          <a:xfrm>
            <a:off x="9559925" y="5276850"/>
            <a:ext cx="111696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试验数据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>
            <p:custDataLst>
              <p:tags r:id="rId144"/>
            </p:custDataLst>
          </p:nvPr>
        </p:nvSpPr>
        <p:spPr>
          <a:xfrm>
            <a:off x="11023600" y="4745990"/>
            <a:ext cx="84328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45"/>
            </p:custDataLst>
          </p:nvPr>
        </p:nvSpPr>
        <p:spPr>
          <a:xfrm>
            <a:off x="11015980" y="4725035"/>
            <a:ext cx="80581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想定</a:t>
            </a:r>
            <a:r>
              <a:rPr lang="zh-CN" altLang="en-US" sz="12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</a:t>
            </a:r>
            <a:endParaRPr lang="zh-CN" altLang="en-US" sz="12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08795" y="3417570"/>
            <a:ext cx="2376170" cy="2311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态势显示</a:t>
            </a:r>
            <a:endParaRPr lang="zh-CN" altLang="en-US" sz="1200" b="1"/>
          </a:p>
        </p:txBody>
      </p:sp>
      <p:sp>
        <p:nvSpPr>
          <p:cNvPr id="9" name="矩形 8"/>
          <p:cNvSpPr/>
          <p:nvPr>
            <p:custDataLst>
              <p:tags r:id="rId146"/>
            </p:custDataLst>
          </p:nvPr>
        </p:nvSpPr>
        <p:spPr>
          <a:xfrm>
            <a:off x="10920730" y="5013325"/>
            <a:ext cx="946150" cy="215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参试配置</a:t>
            </a:r>
            <a:endParaRPr lang="zh-CN" altLang="en-US"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" name="圆角矩形 184"/>
          <p:cNvSpPr/>
          <p:nvPr/>
        </p:nvSpPr>
        <p:spPr>
          <a:xfrm>
            <a:off x="92075" y="6290310"/>
            <a:ext cx="10611485" cy="450215"/>
          </a:xfrm>
          <a:prstGeom prst="roundRect">
            <a:avLst/>
          </a:prstGeom>
          <a:noFill/>
          <a:ln w="28575" cmpd="sng">
            <a:solidFill>
              <a:schemeClr val="accent5">
                <a:lumMod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2075" y="288290"/>
            <a:ext cx="3418840" cy="1690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810" y="2478405"/>
            <a:ext cx="10485755" cy="3428365"/>
            <a:chOff x="1091" y="1575"/>
            <a:chExt cx="18991" cy="6548"/>
          </a:xfrm>
        </p:grpSpPr>
        <p:grpSp>
          <p:nvGrpSpPr>
            <p:cNvPr id="30" name="组合 29"/>
            <p:cNvGrpSpPr/>
            <p:nvPr/>
          </p:nvGrpSpPr>
          <p:grpSpPr>
            <a:xfrm>
              <a:off x="1091" y="1616"/>
              <a:ext cx="18991" cy="6507"/>
              <a:chOff x="844" y="1663"/>
              <a:chExt cx="18991" cy="6507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548" y="1663"/>
                <a:ext cx="17760" cy="2268"/>
              </a:xfrm>
              <a:prstGeom prst="ellipse">
                <a:avLst/>
              </a:prstGeom>
              <a:gradFill>
                <a:gsLst>
                  <a:gs pos="3300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844" y="3580"/>
                <a:ext cx="18991" cy="4590"/>
                <a:chOff x="905" y="3601"/>
                <a:chExt cx="17564" cy="4245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4497" y="3715"/>
                  <a:ext cx="10433" cy="4066"/>
                </a:xfrm>
                <a:prstGeom prst="rect">
                  <a:avLst/>
                </a:prstGeom>
                <a:gradFill>
                  <a:gsLst>
                    <a:gs pos="4300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effectLst>
                  <a:glow rad="228600">
                    <a:srgbClr val="962F2F">
                      <a:alpha val="4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椭圆 17"/>
                <p:cNvSpPr/>
                <p:nvPr/>
              </p:nvSpPr>
              <p:spPr>
                <a:xfrm>
                  <a:off x="905" y="3613"/>
                  <a:ext cx="8037" cy="423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19" name="椭圆 18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10432" y="3601"/>
                  <a:ext cx="8037" cy="42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</p:grpSp>
        </p:grpSp>
        <p:sp>
          <p:nvSpPr>
            <p:cNvPr id="26" name="椭圆 25"/>
            <p:cNvSpPr/>
            <p:nvPr/>
          </p:nvSpPr>
          <p:spPr>
            <a:xfrm>
              <a:off x="1695" y="1575"/>
              <a:ext cx="18030" cy="18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432175" y="2275840"/>
            <a:ext cx="3368675" cy="1033145"/>
            <a:chOff x="5405" y="3584"/>
            <a:chExt cx="5305" cy="1627"/>
          </a:xfrm>
        </p:grpSpPr>
        <p:sp>
          <p:nvSpPr>
            <p:cNvPr id="32" name="椭圆 31"/>
            <p:cNvSpPr/>
            <p:nvPr/>
          </p:nvSpPr>
          <p:spPr>
            <a:xfrm>
              <a:off x="5405" y="3584"/>
              <a:ext cx="1745" cy="1627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  <a:effectLst>
              <a:glow rad="63500">
                <a:srgbClr val="C000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>
              <p:custDataLst>
                <p:tags r:id="rId2"/>
              </p:custDataLst>
            </p:nvPr>
          </p:nvSpPr>
          <p:spPr>
            <a:xfrm>
              <a:off x="8921" y="3584"/>
              <a:ext cx="1745" cy="1627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  <a:effectLst>
              <a:glow rad="63500">
                <a:srgbClr val="C00000">
                  <a:alpha val="40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416" y="4153"/>
              <a:ext cx="1789" cy="5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b="1">
                  <a:latin typeface="方正粗黑宋简体" panose="02000000000000000000" charset="-122"/>
                  <a:ea typeface="方正粗黑宋简体" panose="02000000000000000000" charset="-122"/>
                </a:rPr>
                <a:t>管控平台</a:t>
              </a:r>
              <a:endParaRPr lang="zh-CN" altLang="en-US" b="1"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3"/>
              </p:custDataLst>
            </p:nvPr>
          </p:nvSpPr>
          <p:spPr>
            <a:xfrm>
              <a:off x="8921" y="4153"/>
              <a:ext cx="1789" cy="5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800" b="1">
                  <a:latin typeface="方正粗黑宋简体" panose="02000000000000000000" charset="-122"/>
                  <a:ea typeface="方正粗黑宋简体" panose="02000000000000000000" charset="-122"/>
                </a:rPr>
                <a:t>验证平台</a:t>
              </a:r>
              <a:endParaRPr lang="zh-CN" altLang="en-US" b="1"/>
            </a:p>
          </p:txBody>
        </p:sp>
      </p:grpSp>
      <p:sp>
        <p:nvSpPr>
          <p:cNvPr id="38" name="矩形 37"/>
          <p:cNvSpPr/>
          <p:nvPr>
            <p:custDataLst>
              <p:tags r:id="rId4"/>
            </p:custDataLst>
          </p:nvPr>
        </p:nvSpPr>
        <p:spPr>
          <a:xfrm>
            <a:off x="191135" y="361950"/>
            <a:ext cx="3209925" cy="3543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5"/>
            </p:custDataLst>
          </p:nvPr>
        </p:nvSpPr>
        <p:spPr>
          <a:xfrm>
            <a:off x="190500" y="764540"/>
            <a:ext cx="3210560" cy="5480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1068070" y="371475"/>
            <a:ext cx="164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云</a:t>
            </a:r>
            <a:r>
              <a:rPr lang="zh-CN" altLang="en-US" b="1">
                <a:solidFill>
                  <a:schemeClr val="bg1"/>
                </a:solidFill>
              </a:rPr>
              <a:t>服务平台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>
            <p:custDataLst>
              <p:tags r:id="rId7"/>
            </p:custDataLst>
          </p:nvPr>
        </p:nvSpPr>
        <p:spPr>
          <a:xfrm>
            <a:off x="190500" y="1360170"/>
            <a:ext cx="3210560" cy="5480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8"/>
            </p:custDataLst>
          </p:nvPr>
        </p:nvSpPr>
        <p:spPr>
          <a:xfrm>
            <a:off x="1414780" y="764540"/>
            <a:ext cx="807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1"/>
                </a:solidFill>
              </a:rPr>
              <a:t>算力调度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99720" y="105219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9"/>
            </p:custDataLst>
          </p:nvPr>
        </p:nvSpPr>
        <p:spPr>
          <a:xfrm>
            <a:off x="1068070" y="105219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>
            <p:custDataLst>
              <p:tags r:id="rId10"/>
            </p:custDataLst>
          </p:nvPr>
        </p:nvSpPr>
        <p:spPr>
          <a:xfrm>
            <a:off x="1836420" y="105219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11"/>
            </p:custDataLst>
          </p:nvPr>
        </p:nvSpPr>
        <p:spPr>
          <a:xfrm>
            <a:off x="2604770" y="105219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>
            <p:custDataLst>
              <p:tags r:id="rId12"/>
            </p:custDataLst>
          </p:nvPr>
        </p:nvSpPr>
        <p:spPr>
          <a:xfrm>
            <a:off x="3620135" y="296545"/>
            <a:ext cx="3418840" cy="1690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13"/>
            </p:custDataLst>
          </p:nvPr>
        </p:nvSpPr>
        <p:spPr>
          <a:xfrm>
            <a:off x="3719195" y="364490"/>
            <a:ext cx="3209925" cy="3600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14"/>
            </p:custDataLst>
          </p:nvPr>
        </p:nvSpPr>
        <p:spPr>
          <a:xfrm>
            <a:off x="3718560" y="772795"/>
            <a:ext cx="3210560" cy="6819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4801870" y="396240"/>
            <a:ext cx="135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分布式平台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8" name="矩形 57"/>
          <p:cNvSpPr/>
          <p:nvPr>
            <p:custDataLst>
              <p:tags r:id="rId16"/>
            </p:custDataLst>
          </p:nvPr>
        </p:nvSpPr>
        <p:spPr>
          <a:xfrm>
            <a:off x="3718560" y="1368425"/>
            <a:ext cx="3210560" cy="5480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17"/>
            </p:custDataLst>
          </p:nvPr>
        </p:nvSpPr>
        <p:spPr>
          <a:xfrm>
            <a:off x="3827780" y="1060450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18"/>
            </p:custDataLst>
          </p:nvPr>
        </p:nvSpPr>
        <p:spPr>
          <a:xfrm>
            <a:off x="4596130" y="1060450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19"/>
            </p:custDataLst>
          </p:nvPr>
        </p:nvSpPr>
        <p:spPr>
          <a:xfrm>
            <a:off x="5364480" y="1060450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20"/>
            </p:custDataLst>
          </p:nvPr>
        </p:nvSpPr>
        <p:spPr>
          <a:xfrm>
            <a:off x="6132830" y="1060450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3903345" y="1022985"/>
            <a:ext cx="621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Hbase</a:t>
            </a:r>
            <a:endParaRPr lang="zh-CN" altLang="en-US" sz="1000"/>
          </a:p>
        </p:txBody>
      </p:sp>
      <p:sp>
        <p:nvSpPr>
          <p:cNvPr id="65" name="文本框 64"/>
          <p:cNvSpPr txBox="1"/>
          <p:nvPr>
            <p:custDataLst>
              <p:tags r:id="rId21"/>
            </p:custDataLst>
          </p:nvPr>
        </p:nvSpPr>
        <p:spPr>
          <a:xfrm>
            <a:off x="4727575" y="1022985"/>
            <a:ext cx="504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H</a:t>
            </a:r>
            <a:r>
              <a:rPr lang="en-US" altLang="zh-CN" sz="1000"/>
              <a:t>ive</a:t>
            </a:r>
            <a:endParaRPr lang="en-US" altLang="zh-CN" sz="1000"/>
          </a:p>
        </p:txBody>
      </p:sp>
      <p:sp>
        <p:nvSpPr>
          <p:cNvPr id="66" name="文本框 65"/>
          <p:cNvSpPr txBox="1"/>
          <p:nvPr>
            <p:custDataLst>
              <p:tags r:id="rId22"/>
            </p:custDataLst>
          </p:nvPr>
        </p:nvSpPr>
        <p:spPr>
          <a:xfrm>
            <a:off x="5327015" y="1022985"/>
            <a:ext cx="839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Zookeeper</a:t>
            </a:r>
            <a:endParaRPr lang="en-US" altLang="zh-CN" sz="1000"/>
          </a:p>
        </p:txBody>
      </p:sp>
      <p:sp>
        <p:nvSpPr>
          <p:cNvPr id="67" name="文本框 66"/>
          <p:cNvSpPr txBox="1"/>
          <p:nvPr>
            <p:custDataLst>
              <p:tags r:id="rId23"/>
            </p:custDataLst>
          </p:nvPr>
        </p:nvSpPr>
        <p:spPr>
          <a:xfrm>
            <a:off x="6239510" y="1022985"/>
            <a:ext cx="551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spark</a:t>
            </a:r>
            <a:endParaRPr lang="en-US" altLang="zh-CN" sz="1000"/>
          </a:p>
        </p:txBody>
      </p:sp>
      <p:sp>
        <p:nvSpPr>
          <p:cNvPr id="68" name="矩形 67"/>
          <p:cNvSpPr/>
          <p:nvPr>
            <p:custDataLst>
              <p:tags r:id="rId24"/>
            </p:custDataLst>
          </p:nvPr>
        </p:nvSpPr>
        <p:spPr>
          <a:xfrm>
            <a:off x="3827780" y="1312545"/>
            <a:ext cx="85217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25"/>
            </p:custDataLst>
          </p:nvPr>
        </p:nvSpPr>
        <p:spPr>
          <a:xfrm>
            <a:off x="3791585" y="1312545"/>
            <a:ext cx="9537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MapReduce</a:t>
            </a:r>
            <a:endParaRPr lang="en-US" altLang="zh-CN" sz="1000"/>
          </a:p>
        </p:txBody>
      </p:sp>
      <p:sp>
        <p:nvSpPr>
          <p:cNvPr id="71" name="矩形 70"/>
          <p:cNvSpPr/>
          <p:nvPr>
            <p:custDataLst>
              <p:tags r:id="rId26"/>
            </p:custDataLst>
          </p:nvPr>
        </p:nvSpPr>
        <p:spPr>
          <a:xfrm>
            <a:off x="4727575" y="1312545"/>
            <a:ext cx="1043305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>
            <p:custDataLst>
              <p:tags r:id="rId27"/>
            </p:custDataLst>
          </p:nvPr>
        </p:nvSpPr>
        <p:spPr>
          <a:xfrm>
            <a:off x="4799330" y="1312545"/>
            <a:ext cx="9715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Sqoop/Flume</a:t>
            </a:r>
            <a:endParaRPr lang="en-US" altLang="zh-CN" sz="1000"/>
          </a:p>
        </p:txBody>
      </p:sp>
      <p:sp>
        <p:nvSpPr>
          <p:cNvPr id="74" name="矩形 73"/>
          <p:cNvSpPr/>
          <p:nvPr>
            <p:custDataLst>
              <p:tags r:id="rId28"/>
            </p:custDataLst>
          </p:nvPr>
        </p:nvSpPr>
        <p:spPr>
          <a:xfrm>
            <a:off x="5836920" y="1312545"/>
            <a:ext cx="101600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29"/>
            </p:custDataLst>
          </p:nvPr>
        </p:nvSpPr>
        <p:spPr>
          <a:xfrm>
            <a:off x="6096000" y="1312545"/>
            <a:ext cx="4806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Yarn</a:t>
            </a:r>
            <a:endParaRPr lang="en-US" altLang="zh-CN" sz="1000"/>
          </a:p>
        </p:txBody>
      </p:sp>
      <p:sp>
        <p:nvSpPr>
          <p:cNvPr id="76" name="矩形 75"/>
          <p:cNvSpPr/>
          <p:nvPr>
            <p:custDataLst>
              <p:tags r:id="rId30"/>
            </p:custDataLst>
          </p:nvPr>
        </p:nvSpPr>
        <p:spPr>
          <a:xfrm>
            <a:off x="3820160" y="1557655"/>
            <a:ext cx="3032760" cy="29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31"/>
            </p:custDataLst>
          </p:nvPr>
        </p:nvSpPr>
        <p:spPr>
          <a:xfrm>
            <a:off x="4596130" y="1604645"/>
            <a:ext cx="14420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HDFS</a:t>
            </a:r>
            <a:r>
              <a:rPr lang="zh-CN" altLang="en-US" sz="1000"/>
              <a:t>分布式文件</a:t>
            </a:r>
            <a:r>
              <a:rPr lang="zh-CN" altLang="en-US" sz="1000"/>
              <a:t>系统</a:t>
            </a:r>
            <a:endParaRPr lang="zh-CN" altLang="en-US" sz="1000"/>
          </a:p>
        </p:txBody>
      </p:sp>
      <p:sp>
        <p:nvSpPr>
          <p:cNvPr id="78" name="文本框 77"/>
          <p:cNvSpPr txBox="1"/>
          <p:nvPr>
            <p:custDataLst>
              <p:tags r:id="rId32"/>
            </p:custDataLst>
          </p:nvPr>
        </p:nvSpPr>
        <p:spPr>
          <a:xfrm>
            <a:off x="4727575" y="784860"/>
            <a:ext cx="15398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1"/>
                </a:solidFill>
              </a:rPr>
              <a:t>分布式存储架</a:t>
            </a:r>
            <a:r>
              <a:rPr lang="zh-CN" altLang="en-US" sz="1200" b="1">
                <a:solidFill>
                  <a:schemeClr val="bg1"/>
                </a:solidFill>
              </a:rPr>
              <a:t>构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679950" y="4796790"/>
            <a:ext cx="1153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先进架构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0" name="文本框 79"/>
          <p:cNvSpPr txBox="1"/>
          <p:nvPr>
            <p:custDataLst>
              <p:tags r:id="rId33"/>
            </p:custDataLst>
          </p:nvPr>
        </p:nvSpPr>
        <p:spPr>
          <a:xfrm>
            <a:off x="4367530" y="5563235"/>
            <a:ext cx="18459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00B050"/>
                </a:solidFill>
              </a:rPr>
              <a:t>高性能基础设施服务</a:t>
            </a:r>
            <a:endParaRPr lang="zh-CN" altLang="en-US" sz="1400" b="1">
              <a:solidFill>
                <a:srgbClr val="00B050"/>
              </a:solidFill>
            </a:endParaRPr>
          </a:p>
        </p:txBody>
      </p:sp>
      <p:sp>
        <p:nvSpPr>
          <p:cNvPr id="81" name="文本框 80"/>
          <p:cNvSpPr txBox="1"/>
          <p:nvPr>
            <p:custDataLst>
              <p:tags r:id="rId34"/>
            </p:custDataLst>
          </p:nvPr>
        </p:nvSpPr>
        <p:spPr>
          <a:xfrm>
            <a:off x="4679950" y="3645535"/>
            <a:ext cx="1164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云管平台</a:t>
            </a:r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2" name="矩形 81"/>
          <p:cNvSpPr/>
          <p:nvPr>
            <p:custDataLst>
              <p:tags r:id="rId35"/>
            </p:custDataLst>
          </p:nvPr>
        </p:nvSpPr>
        <p:spPr>
          <a:xfrm>
            <a:off x="7148830" y="288290"/>
            <a:ext cx="3418840" cy="1690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3" name="矩形 82"/>
          <p:cNvSpPr/>
          <p:nvPr>
            <p:custDataLst>
              <p:tags r:id="rId36"/>
            </p:custDataLst>
          </p:nvPr>
        </p:nvSpPr>
        <p:spPr>
          <a:xfrm>
            <a:off x="7247890" y="356235"/>
            <a:ext cx="3206115" cy="3600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>
            <p:custDataLst>
              <p:tags r:id="rId37"/>
            </p:custDataLst>
          </p:nvPr>
        </p:nvSpPr>
        <p:spPr>
          <a:xfrm>
            <a:off x="7247255" y="764540"/>
            <a:ext cx="3210560" cy="6819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38"/>
            </p:custDataLst>
          </p:nvPr>
        </p:nvSpPr>
        <p:spPr>
          <a:xfrm>
            <a:off x="8173720" y="364490"/>
            <a:ext cx="145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Docker</a:t>
            </a:r>
            <a:r>
              <a:rPr lang="zh-CN" altLang="en-US" b="1">
                <a:solidFill>
                  <a:schemeClr val="bg1"/>
                </a:solidFill>
              </a:rPr>
              <a:t>平台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8" name="矩形 87"/>
          <p:cNvSpPr/>
          <p:nvPr>
            <p:custDataLst>
              <p:tags r:id="rId39"/>
            </p:custDataLst>
          </p:nvPr>
        </p:nvSpPr>
        <p:spPr>
          <a:xfrm>
            <a:off x="7247255" y="1360170"/>
            <a:ext cx="3210560" cy="5480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>
            <p:custDataLst>
              <p:tags r:id="rId40"/>
            </p:custDataLst>
          </p:nvPr>
        </p:nvSpPr>
        <p:spPr>
          <a:xfrm>
            <a:off x="7392035" y="1052195"/>
            <a:ext cx="108077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>
            <p:custDataLst>
              <p:tags r:id="rId41"/>
            </p:custDataLst>
          </p:nvPr>
        </p:nvSpPr>
        <p:spPr>
          <a:xfrm>
            <a:off x="8328025" y="772795"/>
            <a:ext cx="15398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bg1"/>
                </a:solidFill>
              </a:rPr>
              <a:t>Docker</a:t>
            </a:r>
            <a:r>
              <a:rPr lang="zh-CN" altLang="en-US" sz="1200" b="1">
                <a:solidFill>
                  <a:schemeClr val="bg1"/>
                </a:solidFill>
              </a:rPr>
              <a:t>架</a:t>
            </a:r>
            <a:r>
              <a:rPr lang="zh-CN" altLang="en-US" sz="1200" b="1">
                <a:solidFill>
                  <a:schemeClr val="bg1"/>
                </a:solidFill>
              </a:rPr>
              <a:t>构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06" name="矩形 105"/>
          <p:cNvSpPr/>
          <p:nvPr>
            <p:custDataLst>
              <p:tags r:id="rId42"/>
            </p:custDataLst>
          </p:nvPr>
        </p:nvSpPr>
        <p:spPr>
          <a:xfrm>
            <a:off x="8975725" y="1048385"/>
            <a:ext cx="108077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>
            <p:custDataLst>
              <p:tags r:id="rId43"/>
            </p:custDataLst>
          </p:nvPr>
        </p:nvSpPr>
        <p:spPr>
          <a:xfrm>
            <a:off x="8975725" y="1454785"/>
            <a:ext cx="108077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>
            <p:custDataLst>
              <p:tags r:id="rId44"/>
            </p:custDataLst>
          </p:nvPr>
        </p:nvSpPr>
        <p:spPr>
          <a:xfrm>
            <a:off x="7392035" y="1454785"/>
            <a:ext cx="1080770" cy="289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>
            <p:custDataLst>
              <p:tags r:id="rId45"/>
            </p:custDataLst>
          </p:nvPr>
        </p:nvSpPr>
        <p:spPr>
          <a:xfrm>
            <a:off x="7392035" y="1096645"/>
            <a:ext cx="11334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Docker</a:t>
            </a:r>
            <a:r>
              <a:rPr lang="zh-CN" altLang="en-US" sz="1000"/>
              <a:t>守护</a:t>
            </a:r>
            <a:r>
              <a:rPr lang="zh-CN" altLang="en-US" sz="1000"/>
              <a:t>进程</a:t>
            </a:r>
            <a:endParaRPr lang="zh-CN" altLang="en-US" sz="1000"/>
          </a:p>
        </p:txBody>
      </p:sp>
      <p:sp>
        <p:nvSpPr>
          <p:cNvPr id="109" name="文本框 108"/>
          <p:cNvSpPr txBox="1"/>
          <p:nvPr>
            <p:custDataLst>
              <p:tags r:id="rId46"/>
            </p:custDataLst>
          </p:nvPr>
        </p:nvSpPr>
        <p:spPr>
          <a:xfrm>
            <a:off x="7392035" y="1499235"/>
            <a:ext cx="11334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Docker</a:t>
            </a:r>
            <a:r>
              <a:rPr lang="zh-CN" altLang="en-US" sz="1000"/>
              <a:t>客户端</a:t>
            </a:r>
            <a:endParaRPr lang="zh-CN" altLang="en-US" sz="1000"/>
          </a:p>
        </p:txBody>
      </p:sp>
      <p:sp>
        <p:nvSpPr>
          <p:cNvPr id="110" name="文本框 109"/>
          <p:cNvSpPr txBox="1"/>
          <p:nvPr>
            <p:custDataLst>
              <p:tags r:id="rId47"/>
            </p:custDataLst>
          </p:nvPr>
        </p:nvSpPr>
        <p:spPr>
          <a:xfrm>
            <a:off x="9119870" y="1067435"/>
            <a:ext cx="908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Docker</a:t>
            </a:r>
            <a:r>
              <a:rPr lang="zh-CN" altLang="en-US" sz="1000"/>
              <a:t>镜像</a:t>
            </a:r>
            <a:endParaRPr lang="zh-CN" altLang="en-US" sz="1000"/>
          </a:p>
        </p:txBody>
      </p:sp>
      <p:sp>
        <p:nvSpPr>
          <p:cNvPr id="111" name="文本框 110"/>
          <p:cNvSpPr txBox="1"/>
          <p:nvPr>
            <p:custDataLst>
              <p:tags r:id="rId48"/>
            </p:custDataLst>
          </p:nvPr>
        </p:nvSpPr>
        <p:spPr>
          <a:xfrm>
            <a:off x="9119870" y="1499235"/>
            <a:ext cx="908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Docker</a:t>
            </a:r>
            <a:r>
              <a:rPr lang="zh-CN" altLang="en-US" sz="1000"/>
              <a:t>容器</a:t>
            </a:r>
            <a:endParaRPr lang="zh-CN" altLang="en-US" sz="1000"/>
          </a:p>
        </p:txBody>
      </p:sp>
      <p:sp>
        <p:nvSpPr>
          <p:cNvPr id="112" name="文本框 111"/>
          <p:cNvSpPr txBox="1"/>
          <p:nvPr>
            <p:custDataLst>
              <p:tags r:id="rId49"/>
            </p:custDataLst>
          </p:nvPr>
        </p:nvSpPr>
        <p:spPr>
          <a:xfrm>
            <a:off x="1343025" y="1341755"/>
            <a:ext cx="1056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1"/>
                </a:solidFill>
              </a:rPr>
              <a:t>高性能</a:t>
            </a:r>
            <a:r>
              <a:rPr lang="zh-CN" altLang="en-US" sz="1200" b="1">
                <a:solidFill>
                  <a:schemeClr val="bg1"/>
                </a:solidFill>
              </a:rPr>
              <a:t>集群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13" name="矩形 112"/>
          <p:cNvSpPr/>
          <p:nvPr>
            <p:custDataLst>
              <p:tags r:id="rId50"/>
            </p:custDataLst>
          </p:nvPr>
        </p:nvSpPr>
        <p:spPr>
          <a:xfrm>
            <a:off x="299720" y="160464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矩形 113"/>
          <p:cNvSpPr/>
          <p:nvPr>
            <p:custDataLst>
              <p:tags r:id="rId51"/>
            </p:custDataLst>
          </p:nvPr>
        </p:nvSpPr>
        <p:spPr>
          <a:xfrm>
            <a:off x="1068070" y="160464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矩形 114"/>
          <p:cNvSpPr/>
          <p:nvPr>
            <p:custDataLst>
              <p:tags r:id="rId52"/>
            </p:custDataLst>
          </p:nvPr>
        </p:nvSpPr>
        <p:spPr>
          <a:xfrm>
            <a:off x="1836420" y="160464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 115"/>
          <p:cNvSpPr/>
          <p:nvPr>
            <p:custDataLst>
              <p:tags r:id="rId53"/>
            </p:custDataLst>
          </p:nvPr>
        </p:nvSpPr>
        <p:spPr>
          <a:xfrm>
            <a:off x="2604770" y="1604645"/>
            <a:ext cx="72009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>
            <p:custDataLst>
              <p:tags r:id="rId54"/>
            </p:custDataLst>
          </p:nvPr>
        </p:nvSpPr>
        <p:spPr>
          <a:xfrm>
            <a:off x="321310" y="1060450"/>
            <a:ext cx="8051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模型算力</a:t>
            </a:r>
            <a:endParaRPr lang="zh-CN" altLang="en-US" sz="1000"/>
          </a:p>
        </p:txBody>
      </p:sp>
      <p:sp>
        <p:nvSpPr>
          <p:cNvPr id="118" name="文本框 117"/>
          <p:cNvSpPr txBox="1"/>
          <p:nvPr>
            <p:custDataLst>
              <p:tags r:id="rId55"/>
            </p:custDataLst>
          </p:nvPr>
        </p:nvSpPr>
        <p:spPr>
          <a:xfrm>
            <a:off x="1127125" y="1060450"/>
            <a:ext cx="795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HPC</a:t>
            </a:r>
            <a:r>
              <a:rPr lang="zh-CN" altLang="en-US" sz="1000"/>
              <a:t>算力</a:t>
            </a:r>
            <a:endParaRPr lang="zh-CN" altLang="en-US" sz="1000"/>
          </a:p>
        </p:txBody>
      </p:sp>
      <p:sp>
        <p:nvSpPr>
          <p:cNvPr id="119" name="文本框 118"/>
          <p:cNvSpPr txBox="1"/>
          <p:nvPr>
            <p:custDataLst>
              <p:tags r:id="rId56"/>
            </p:custDataLst>
          </p:nvPr>
        </p:nvSpPr>
        <p:spPr>
          <a:xfrm>
            <a:off x="1866265" y="1052195"/>
            <a:ext cx="7385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通用算</a:t>
            </a:r>
            <a:r>
              <a:rPr lang="zh-CN" altLang="en-US" sz="1000"/>
              <a:t>力</a:t>
            </a:r>
            <a:endParaRPr lang="zh-CN" altLang="en-US" sz="1000"/>
          </a:p>
        </p:txBody>
      </p:sp>
      <p:sp>
        <p:nvSpPr>
          <p:cNvPr id="120" name="文本框 119"/>
          <p:cNvSpPr txBox="1"/>
          <p:nvPr>
            <p:custDataLst>
              <p:tags r:id="rId57"/>
            </p:custDataLst>
          </p:nvPr>
        </p:nvSpPr>
        <p:spPr>
          <a:xfrm>
            <a:off x="2567305" y="1060450"/>
            <a:ext cx="862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第三方</a:t>
            </a:r>
            <a:r>
              <a:rPr lang="zh-CN" altLang="en-US" sz="1000"/>
              <a:t>算力</a:t>
            </a:r>
            <a:endParaRPr lang="zh-CN" altLang="en-US" sz="1000"/>
          </a:p>
        </p:txBody>
      </p:sp>
      <p:sp>
        <p:nvSpPr>
          <p:cNvPr id="121" name="文本框 120"/>
          <p:cNvSpPr txBox="1"/>
          <p:nvPr>
            <p:custDataLst>
              <p:tags r:id="rId58"/>
            </p:custDataLst>
          </p:nvPr>
        </p:nvSpPr>
        <p:spPr>
          <a:xfrm>
            <a:off x="263525" y="1628775"/>
            <a:ext cx="818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模型训练</a:t>
            </a:r>
            <a:r>
              <a:rPr lang="zh-CN" altLang="en-US" sz="1000"/>
              <a:t>池</a:t>
            </a:r>
            <a:endParaRPr lang="zh-CN" altLang="en-US" sz="1000"/>
          </a:p>
        </p:txBody>
      </p:sp>
      <p:sp>
        <p:nvSpPr>
          <p:cNvPr id="122" name="文本框 121"/>
          <p:cNvSpPr txBox="1"/>
          <p:nvPr>
            <p:custDataLst>
              <p:tags r:id="rId59"/>
            </p:custDataLst>
          </p:nvPr>
        </p:nvSpPr>
        <p:spPr>
          <a:xfrm>
            <a:off x="1126490" y="1628775"/>
            <a:ext cx="709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推理</a:t>
            </a:r>
            <a:r>
              <a:rPr lang="zh-CN" altLang="en-US" sz="1000"/>
              <a:t>池</a:t>
            </a:r>
            <a:endParaRPr lang="zh-CN" altLang="en-US" sz="1000"/>
          </a:p>
        </p:txBody>
      </p:sp>
      <p:sp>
        <p:nvSpPr>
          <p:cNvPr id="123" name="文本框 122"/>
          <p:cNvSpPr txBox="1"/>
          <p:nvPr>
            <p:custDataLst>
              <p:tags r:id="rId60"/>
            </p:custDataLst>
          </p:nvPr>
        </p:nvSpPr>
        <p:spPr>
          <a:xfrm>
            <a:off x="1935480" y="1617345"/>
            <a:ext cx="621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HPC</a:t>
            </a:r>
            <a:r>
              <a:rPr lang="zh-CN" altLang="en-US" sz="1000"/>
              <a:t>池</a:t>
            </a:r>
            <a:endParaRPr lang="zh-CN" altLang="en-US" sz="1000"/>
          </a:p>
        </p:txBody>
      </p:sp>
      <p:sp>
        <p:nvSpPr>
          <p:cNvPr id="124" name="文本框 123"/>
          <p:cNvSpPr txBox="1"/>
          <p:nvPr>
            <p:custDataLst>
              <p:tags r:id="rId61"/>
            </p:custDataLst>
          </p:nvPr>
        </p:nvSpPr>
        <p:spPr>
          <a:xfrm>
            <a:off x="2582545" y="1617345"/>
            <a:ext cx="8566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通用计算</a:t>
            </a:r>
            <a:r>
              <a:rPr lang="zh-CN" altLang="en-US" sz="1000"/>
              <a:t>池</a:t>
            </a:r>
            <a:endParaRPr lang="zh-CN" altLang="en-US" sz="1000"/>
          </a:p>
        </p:txBody>
      </p:sp>
      <p:sp>
        <p:nvSpPr>
          <p:cNvPr id="125" name="上箭头 124"/>
          <p:cNvSpPr/>
          <p:nvPr/>
        </p:nvSpPr>
        <p:spPr>
          <a:xfrm>
            <a:off x="1198880" y="2132330"/>
            <a:ext cx="222885" cy="27876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上箭头 125"/>
          <p:cNvSpPr/>
          <p:nvPr>
            <p:custDataLst>
              <p:tags r:id="rId62"/>
            </p:custDataLst>
          </p:nvPr>
        </p:nvSpPr>
        <p:spPr>
          <a:xfrm>
            <a:off x="2999105" y="2132330"/>
            <a:ext cx="222885" cy="27876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27" name="上箭头 126"/>
          <p:cNvSpPr/>
          <p:nvPr>
            <p:custDataLst>
              <p:tags r:id="rId63"/>
            </p:custDataLst>
          </p:nvPr>
        </p:nvSpPr>
        <p:spPr>
          <a:xfrm>
            <a:off x="5104130" y="2132330"/>
            <a:ext cx="222885" cy="27876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28" name="上箭头 127"/>
          <p:cNvSpPr/>
          <p:nvPr>
            <p:custDataLst>
              <p:tags r:id="rId64"/>
            </p:custDataLst>
          </p:nvPr>
        </p:nvSpPr>
        <p:spPr>
          <a:xfrm>
            <a:off x="7463790" y="2132330"/>
            <a:ext cx="222885" cy="27876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29" name="上箭头 128"/>
          <p:cNvSpPr/>
          <p:nvPr>
            <p:custDataLst>
              <p:tags r:id="rId65"/>
            </p:custDataLst>
          </p:nvPr>
        </p:nvSpPr>
        <p:spPr>
          <a:xfrm>
            <a:off x="9192260" y="2132330"/>
            <a:ext cx="222885" cy="278765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62890" y="2499995"/>
            <a:ext cx="1348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主流框架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  <a:p>
            <a:pPr algn="ctr"/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预训练模型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66"/>
            </p:custDataLst>
          </p:nvPr>
        </p:nvSpPr>
        <p:spPr>
          <a:xfrm>
            <a:off x="1651000" y="2276475"/>
            <a:ext cx="1348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分布式</a:t>
            </a:r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训练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67"/>
            </p:custDataLst>
          </p:nvPr>
        </p:nvSpPr>
        <p:spPr>
          <a:xfrm>
            <a:off x="1631315" y="2780665"/>
            <a:ext cx="1348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推理加速</a:t>
            </a:r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引擎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68"/>
            </p:custDataLst>
          </p:nvPr>
        </p:nvSpPr>
        <p:spPr>
          <a:xfrm>
            <a:off x="7103745" y="2493010"/>
            <a:ext cx="1348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方正粗黑宋简体" panose="02000000000000000000" charset="-122"/>
                <a:ea typeface="方正粗黑宋简体" panose="02000000000000000000" charset="-122"/>
              </a:rPr>
              <a:t>Slurm</a:t>
            </a:r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引擎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69"/>
            </p:custDataLst>
          </p:nvPr>
        </p:nvSpPr>
        <p:spPr>
          <a:xfrm>
            <a:off x="7213600" y="2853055"/>
            <a:ext cx="1128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方正粗黑宋简体" panose="02000000000000000000" charset="-122"/>
                <a:ea typeface="方正粗黑宋简体" panose="02000000000000000000" charset="-122"/>
              </a:rPr>
              <a:t>O</a:t>
            </a:r>
            <a:r>
              <a:rPr lang="en-US" altLang="zh-CN" sz="1400" b="1">
                <a:latin typeface="方正粗黑宋简体" panose="02000000000000000000" charset="-122"/>
                <a:ea typeface="方正粗黑宋简体" panose="02000000000000000000" charset="-122"/>
              </a:rPr>
              <a:t>penMPI</a:t>
            </a:r>
            <a:endParaRPr lang="en-US" altLang="zh-CN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6" name="文本框 135"/>
          <p:cNvSpPr txBox="1"/>
          <p:nvPr>
            <p:custDataLst>
              <p:tags r:id="rId70"/>
            </p:custDataLst>
          </p:nvPr>
        </p:nvSpPr>
        <p:spPr>
          <a:xfrm>
            <a:off x="8679815" y="2639060"/>
            <a:ext cx="1348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集群调度</a:t>
            </a:r>
            <a:r>
              <a:rPr lang="zh-CN" altLang="en-US" sz="1400" b="1">
                <a:latin typeface="方正粗黑宋简体" panose="02000000000000000000" charset="-122"/>
                <a:ea typeface="方正粗黑宋简体" panose="02000000000000000000" charset="-122"/>
              </a:rPr>
              <a:t>管理</a:t>
            </a:r>
            <a:endParaRPr lang="zh-CN" altLang="en-US" sz="14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0775950" y="1005840"/>
            <a:ext cx="152209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1400">
                <a:ln>
                  <a:noFill/>
                </a:ln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"3"  </a:t>
            </a:r>
            <a:r>
              <a:rPr lang="zh-CN" altLang="en-US" sz="1400">
                <a:ln>
                  <a:noFill/>
                </a:ln>
                <a:solidFill>
                  <a:schemeClr val="accent4"/>
                </a:solidFill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种部署形态</a:t>
            </a:r>
            <a:r>
              <a:rPr lang="en-US" altLang="zh-CN" sz="1400">
                <a:solidFill>
                  <a:schemeClr val="accent4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endParaRPr lang="en-US" altLang="zh-CN" sz="1400">
              <a:solidFill>
                <a:schemeClr val="accent4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8" name="文本框 137"/>
          <p:cNvSpPr txBox="1"/>
          <p:nvPr>
            <p:custDataLst>
              <p:tags r:id="rId71"/>
            </p:custDataLst>
          </p:nvPr>
        </p:nvSpPr>
        <p:spPr>
          <a:xfrm>
            <a:off x="10920095" y="3139440"/>
            <a:ext cx="116522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1400">
                <a:ln>
                  <a:noFill/>
                </a:ln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"2"  </a:t>
            </a:r>
            <a:r>
              <a:rPr lang="zh-CN" altLang="en-US" sz="1400">
                <a:ln>
                  <a:noFill/>
                </a:ln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个平台</a:t>
            </a:r>
            <a:r>
              <a:rPr lang="en-US" altLang="zh-CN" sz="1400">
                <a:solidFill>
                  <a:schemeClr val="accent4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endParaRPr lang="en-US" altLang="zh-CN" sz="1400">
              <a:solidFill>
                <a:schemeClr val="accent4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72"/>
            </p:custDataLst>
          </p:nvPr>
        </p:nvSpPr>
        <p:spPr>
          <a:xfrm>
            <a:off x="10920095" y="5301615"/>
            <a:ext cx="122364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1400">
                <a:ln>
                  <a:noFill/>
                </a:ln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"1"  </a:t>
            </a:r>
            <a:r>
              <a:rPr lang="zh-CN" altLang="en-US" sz="1400">
                <a:ln>
                  <a:noFill/>
                </a:ln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个底座</a:t>
            </a:r>
            <a:r>
              <a:rPr lang="en-US" altLang="zh-CN" sz="1400">
                <a:solidFill>
                  <a:schemeClr val="accent4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endParaRPr lang="en-US" altLang="zh-CN" sz="1400">
              <a:solidFill>
                <a:schemeClr val="accent4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40" name="燕尾形 139"/>
          <p:cNvSpPr/>
          <p:nvPr/>
        </p:nvSpPr>
        <p:spPr>
          <a:xfrm>
            <a:off x="6023610" y="4869180"/>
            <a:ext cx="180340" cy="244475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燕尾形 140"/>
          <p:cNvSpPr/>
          <p:nvPr>
            <p:custDataLst>
              <p:tags r:id="rId73"/>
            </p:custDataLst>
          </p:nvPr>
        </p:nvSpPr>
        <p:spPr>
          <a:xfrm>
            <a:off x="6239510" y="4869180"/>
            <a:ext cx="180340" cy="244475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燕尾形 141"/>
          <p:cNvSpPr/>
          <p:nvPr>
            <p:custDataLst>
              <p:tags r:id="rId74"/>
            </p:custDataLst>
          </p:nvPr>
        </p:nvSpPr>
        <p:spPr>
          <a:xfrm rot="10800000">
            <a:off x="4043045" y="4869180"/>
            <a:ext cx="180340" cy="244475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燕尾形 142"/>
          <p:cNvSpPr/>
          <p:nvPr>
            <p:custDataLst>
              <p:tags r:id="rId75"/>
            </p:custDataLst>
          </p:nvPr>
        </p:nvSpPr>
        <p:spPr>
          <a:xfrm rot="10800000">
            <a:off x="4258945" y="4869180"/>
            <a:ext cx="180340" cy="244475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文本框 143"/>
          <p:cNvSpPr txBox="1"/>
          <p:nvPr>
            <p:custDataLst>
              <p:tags r:id="rId76"/>
            </p:custDataLst>
          </p:nvPr>
        </p:nvSpPr>
        <p:spPr>
          <a:xfrm>
            <a:off x="1914525" y="4766310"/>
            <a:ext cx="1866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云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操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作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系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统</a:t>
            </a:r>
            <a:endParaRPr lang="zh-CN" altLang="en-US" sz="20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77"/>
            </p:custDataLst>
          </p:nvPr>
        </p:nvSpPr>
        <p:spPr>
          <a:xfrm>
            <a:off x="6852920" y="4797425"/>
            <a:ext cx="2095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算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力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调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度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系</a:t>
            </a:r>
            <a:r>
              <a:rPr lang="en-US" altLang="zh-CN" sz="2000" b="1"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2000" b="1">
                <a:latin typeface="方正粗黑宋简体" panose="02000000000000000000" charset="-122"/>
                <a:ea typeface="方正粗黑宋简体" panose="02000000000000000000" charset="-122"/>
              </a:rPr>
              <a:t>统</a:t>
            </a:r>
            <a:endParaRPr lang="zh-CN" altLang="en-US" sz="20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>
            <a:off x="911225" y="3789045"/>
            <a:ext cx="1456690" cy="349250"/>
            <a:chOff x="1435" y="5967"/>
            <a:chExt cx="2294" cy="550"/>
          </a:xfrm>
        </p:grpSpPr>
        <p:sp>
          <p:nvSpPr>
            <p:cNvPr id="146" name="文本框 145"/>
            <p:cNvSpPr txBox="1"/>
            <p:nvPr>
              <p:custDataLst>
                <p:tags r:id="rId78"/>
              </p:custDataLst>
            </p:nvPr>
          </p:nvSpPr>
          <p:spPr>
            <a:xfrm>
              <a:off x="1606" y="6081"/>
              <a:ext cx="21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方正粗黑宋简体" panose="02000000000000000000" charset="-122"/>
                  <a:ea typeface="方正粗黑宋简体" panose="02000000000000000000" charset="-122"/>
                </a:rPr>
                <a:t>GPU</a:t>
              </a:r>
              <a:r>
                <a:rPr lang="zh-CN" altLang="en-US" sz="1200" b="1">
                  <a:latin typeface="方正粗黑宋简体" panose="02000000000000000000" charset="-122"/>
                  <a:ea typeface="方正粗黑宋简体" panose="02000000000000000000" charset="-122"/>
                </a:rPr>
                <a:t>虚拟化</a:t>
              </a:r>
              <a:endParaRPr lang="zh-CN" altLang="en-US" sz="1200" b="1"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  <p:pic>
          <p:nvPicPr>
            <p:cNvPr id="147" name="图片 146" descr="GPU云服务器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435" y="5967"/>
              <a:ext cx="550" cy="550"/>
            </a:xfrm>
            <a:prstGeom prst="rect">
              <a:avLst/>
            </a:prstGeom>
          </p:spPr>
        </p:pic>
      </p:grpSp>
      <p:pic>
        <p:nvPicPr>
          <p:cNvPr id="149" name="图片 148" descr="0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399030" y="3861435"/>
            <a:ext cx="307975" cy="304800"/>
          </a:xfrm>
          <a:prstGeom prst="rect">
            <a:avLst/>
          </a:prstGeom>
        </p:spPr>
      </p:pic>
      <p:sp>
        <p:nvSpPr>
          <p:cNvPr id="150" name="文本框 149"/>
          <p:cNvSpPr txBox="1"/>
          <p:nvPr>
            <p:custDataLst>
              <p:tags r:id="rId81"/>
            </p:custDataLst>
          </p:nvPr>
        </p:nvSpPr>
        <p:spPr>
          <a:xfrm>
            <a:off x="2604770" y="3890645"/>
            <a:ext cx="1138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多种算力</a:t>
            </a:r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融合</a:t>
            </a:r>
            <a:endParaRPr lang="zh-CN" altLang="en-US" sz="12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51" name="文本框 150"/>
          <p:cNvSpPr txBox="1"/>
          <p:nvPr>
            <p:custDataLst>
              <p:tags r:id="rId82"/>
            </p:custDataLst>
          </p:nvPr>
        </p:nvSpPr>
        <p:spPr>
          <a:xfrm>
            <a:off x="1842770" y="5113655"/>
            <a:ext cx="1958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一套调度，管理所有服务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2" name="文本框 151"/>
          <p:cNvSpPr txBox="1"/>
          <p:nvPr>
            <p:custDataLst>
              <p:tags r:id="rId83"/>
            </p:custDataLst>
          </p:nvPr>
        </p:nvSpPr>
        <p:spPr>
          <a:xfrm>
            <a:off x="6852920" y="5113655"/>
            <a:ext cx="1958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硬件加速，国产适配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5" name="图片 154" descr="弧形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 rot="5400000">
            <a:off x="1023620" y="4937125"/>
            <a:ext cx="1049655" cy="193040"/>
          </a:xfrm>
          <a:prstGeom prst="rect">
            <a:avLst/>
          </a:prstGeom>
        </p:spPr>
      </p:pic>
      <p:pic>
        <p:nvPicPr>
          <p:cNvPr id="156" name="图片 155" descr="弧形"/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4"/>
          <a:stretch>
            <a:fillRect/>
          </a:stretch>
        </p:blipFill>
        <p:spPr>
          <a:xfrm rot="5400000">
            <a:off x="830580" y="4941570"/>
            <a:ext cx="1049655" cy="193040"/>
          </a:xfrm>
          <a:prstGeom prst="rect">
            <a:avLst/>
          </a:prstGeom>
        </p:spPr>
      </p:pic>
      <p:pic>
        <p:nvPicPr>
          <p:cNvPr id="157" name="图片 156" descr="弧形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4"/>
          <a:stretch>
            <a:fillRect/>
          </a:stretch>
        </p:blipFill>
        <p:spPr>
          <a:xfrm rot="16200000">
            <a:off x="8908415" y="4884420"/>
            <a:ext cx="1049655" cy="193040"/>
          </a:xfrm>
          <a:prstGeom prst="rect">
            <a:avLst/>
          </a:prstGeom>
        </p:spPr>
      </p:pic>
      <p:pic>
        <p:nvPicPr>
          <p:cNvPr id="158" name="图片 157" descr="弧形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4"/>
          <a:stretch>
            <a:fillRect/>
          </a:stretch>
        </p:blipFill>
        <p:spPr>
          <a:xfrm rot="16200000">
            <a:off x="8715375" y="4888865"/>
            <a:ext cx="1049655" cy="193040"/>
          </a:xfrm>
          <a:prstGeom prst="rect">
            <a:avLst/>
          </a:prstGeom>
        </p:spPr>
      </p:pic>
      <p:sp>
        <p:nvSpPr>
          <p:cNvPr id="159" name="文本框 158"/>
          <p:cNvSpPr txBox="1"/>
          <p:nvPr>
            <p:custDataLst>
              <p:tags r:id="rId88"/>
            </p:custDataLst>
          </p:nvPr>
        </p:nvSpPr>
        <p:spPr>
          <a:xfrm>
            <a:off x="6852920" y="3862705"/>
            <a:ext cx="1304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高性能并行</a:t>
            </a:r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存储</a:t>
            </a:r>
            <a:endParaRPr lang="zh-CN" altLang="en-US" sz="12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60" name="文本框 159"/>
          <p:cNvSpPr txBox="1"/>
          <p:nvPr>
            <p:custDataLst>
              <p:tags r:id="rId89"/>
            </p:custDataLst>
          </p:nvPr>
        </p:nvSpPr>
        <p:spPr>
          <a:xfrm>
            <a:off x="8740775" y="3861435"/>
            <a:ext cx="1304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方正粗黑宋简体" panose="02000000000000000000" charset="-122"/>
                <a:ea typeface="方正粗黑宋简体" panose="02000000000000000000" charset="-122"/>
              </a:rPr>
              <a:t>RDMA</a:t>
            </a:r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高速</a:t>
            </a:r>
            <a:r>
              <a:rPr lang="zh-CN" altLang="en-US" sz="1200" b="1">
                <a:latin typeface="方正粗黑宋简体" panose="02000000000000000000" charset="-122"/>
                <a:ea typeface="方正粗黑宋简体" panose="02000000000000000000" charset="-122"/>
              </a:rPr>
              <a:t>网络</a:t>
            </a:r>
            <a:endParaRPr lang="zh-CN" altLang="en-US" sz="1200" b="1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61" name="图片 160" descr="云数据库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6527800" y="3757930"/>
            <a:ext cx="408305" cy="408305"/>
          </a:xfrm>
          <a:prstGeom prst="rect">
            <a:avLst/>
          </a:prstGeom>
        </p:spPr>
      </p:pic>
      <p:pic>
        <p:nvPicPr>
          <p:cNvPr id="162" name="图片 161" descr="网络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399780" y="3780790"/>
            <a:ext cx="416560" cy="416560"/>
          </a:xfrm>
          <a:prstGeom prst="rect">
            <a:avLst/>
          </a:prstGeom>
        </p:spPr>
      </p:pic>
      <p:sp>
        <p:nvSpPr>
          <p:cNvPr id="163" name="圆角矩形 162"/>
          <p:cNvSpPr/>
          <p:nvPr/>
        </p:nvSpPr>
        <p:spPr>
          <a:xfrm>
            <a:off x="191135" y="4509135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文本框 163"/>
          <p:cNvSpPr txBox="1"/>
          <p:nvPr>
            <p:custDataLst>
              <p:tags r:id="rId92"/>
            </p:custDataLst>
          </p:nvPr>
        </p:nvSpPr>
        <p:spPr>
          <a:xfrm>
            <a:off x="227965" y="4521835"/>
            <a:ext cx="913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轻量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部署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5" name="圆角矩形 164"/>
          <p:cNvSpPr/>
          <p:nvPr>
            <p:custDataLst>
              <p:tags r:id="rId93"/>
            </p:custDataLst>
          </p:nvPr>
        </p:nvSpPr>
        <p:spPr>
          <a:xfrm>
            <a:off x="191135" y="4907915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圆角矩形 165"/>
          <p:cNvSpPr/>
          <p:nvPr>
            <p:custDataLst>
              <p:tags r:id="rId94"/>
            </p:custDataLst>
          </p:nvPr>
        </p:nvSpPr>
        <p:spPr>
          <a:xfrm>
            <a:off x="191135" y="5301615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文本框 166"/>
          <p:cNvSpPr txBox="1"/>
          <p:nvPr>
            <p:custDataLst>
              <p:tags r:id="rId95"/>
            </p:custDataLst>
          </p:nvPr>
        </p:nvSpPr>
        <p:spPr>
          <a:xfrm>
            <a:off x="227965" y="4924425"/>
            <a:ext cx="913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安全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框架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8" name="文本框 167"/>
          <p:cNvSpPr txBox="1"/>
          <p:nvPr>
            <p:custDataLst>
              <p:tags r:id="rId96"/>
            </p:custDataLst>
          </p:nvPr>
        </p:nvSpPr>
        <p:spPr>
          <a:xfrm>
            <a:off x="224155" y="5314315"/>
            <a:ext cx="913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开放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平台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9" name="文本框 168"/>
          <p:cNvSpPr txBox="1"/>
          <p:nvPr>
            <p:custDataLst>
              <p:tags r:id="rId97"/>
            </p:custDataLst>
          </p:nvPr>
        </p:nvSpPr>
        <p:spPr>
          <a:xfrm>
            <a:off x="9673590" y="4513580"/>
            <a:ext cx="8413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统一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管理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0" name="圆角矩形 169"/>
          <p:cNvSpPr/>
          <p:nvPr>
            <p:custDataLst>
              <p:tags r:id="rId98"/>
            </p:custDataLst>
          </p:nvPr>
        </p:nvSpPr>
        <p:spPr>
          <a:xfrm>
            <a:off x="9620885" y="4500245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1" name="文本框 170"/>
          <p:cNvSpPr txBox="1"/>
          <p:nvPr>
            <p:custDataLst>
              <p:tags r:id="rId99"/>
            </p:custDataLst>
          </p:nvPr>
        </p:nvSpPr>
        <p:spPr>
          <a:xfrm>
            <a:off x="9673590" y="4881245"/>
            <a:ext cx="8413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实时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交付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2" name="圆角矩形 171"/>
          <p:cNvSpPr/>
          <p:nvPr>
            <p:custDataLst>
              <p:tags r:id="rId100"/>
            </p:custDataLst>
          </p:nvPr>
        </p:nvSpPr>
        <p:spPr>
          <a:xfrm>
            <a:off x="9620885" y="4867910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>
            <p:custDataLst>
              <p:tags r:id="rId101"/>
            </p:custDataLst>
          </p:nvPr>
        </p:nvSpPr>
        <p:spPr>
          <a:xfrm>
            <a:off x="9673590" y="5248275"/>
            <a:ext cx="8413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运营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运维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4" name="圆角矩形 173"/>
          <p:cNvSpPr/>
          <p:nvPr>
            <p:custDataLst>
              <p:tags r:id="rId102"/>
            </p:custDataLst>
          </p:nvPr>
        </p:nvSpPr>
        <p:spPr>
          <a:xfrm>
            <a:off x="9620885" y="5234940"/>
            <a:ext cx="935990" cy="28829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>
            <p:custDataLst>
              <p:tags r:id="rId103"/>
            </p:custDataLst>
          </p:nvPr>
        </p:nvSpPr>
        <p:spPr>
          <a:xfrm>
            <a:off x="3810" y="6381115"/>
            <a:ext cx="115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高性能集群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76" name="文本框 175"/>
          <p:cNvSpPr txBox="1"/>
          <p:nvPr>
            <p:custDataLst>
              <p:tags r:id="rId104"/>
            </p:custDataLst>
          </p:nvPr>
        </p:nvSpPr>
        <p:spPr>
          <a:xfrm>
            <a:off x="1899920" y="6381115"/>
            <a:ext cx="115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统一</a:t>
            </a:r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调度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77" name="文本框 176"/>
          <p:cNvSpPr txBox="1"/>
          <p:nvPr>
            <p:custDataLst>
              <p:tags r:id="rId105"/>
            </p:custDataLst>
          </p:nvPr>
        </p:nvSpPr>
        <p:spPr>
          <a:xfrm>
            <a:off x="3796030" y="6381115"/>
            <a:ext cx="115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快速</a:t>
            </a:r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部署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78" name="文本框 177"/>
          <p:cNvSpPr txBox="1"/>
          <p:nvPr>
            <p:custDataLst>
              <p:tags r:id="rId106"/>
            </p:custDataLst>
          </p:nvPr>
        </p:nvSpPr>
        <p:spPr>
          <a:xfrm>
            <a:off x="5692140" y="6381115"/>
            <a:ext cx="115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云网</a:t>
            </a:r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融合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79" name="文本框 178"/>
          <p:cNvSpPr txBox="1"/>
          <p:nvPr>
            <p:custDataLst>
              <p:tags r:id="rId107"/>
            </p:custDataLst>
          </p:nvPr>
        </p:nvSpPr>
        <p:spPr>
          <a:xfrm>
            <a:off x="7588250" y="6381115"/>
            <a:ext cx="115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安全</a:t>
            </a:r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可信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108"/>
            </p:custDataLst>
          </p:nvPr>
        </p:nvSpPr>
        <p:spPr>
          <a:xfrm>
            <a:off x="9484360" y="6381115"/>
            <a:ext cx="1219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开放</a:t>
            </a:r>
            <a:r>
              <a:rPr lang="zh-CN" altLang="en-US" sz="1400" b="1" u="sng">
                <a:solidFill>
                  <a:srgbClr val="C0000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平台</a:t>
            </a:r>
            <a:endParaRPr lang="zh-CN" altLang="en-US" sz="1400" b="1" u="sng">
              <a:solidFill>
                <a:srgbClr val="C0000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82" name="图片 181" descr="docker (1)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7823835" y="394335"/>
            <a:ext cx="376555" cy="301625"/>
          </a:xfrm>
          <a:prstGeom prst="rect">
            <a:avLst/>
          </a:prstGeom>
        </p:spPr>
      </p:pic>
      <p:pic>
        <p:nvPicPr>
          <p:cNvPr id="183" name="图片 182" descr="分布式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4476115" y="374650"/>
            <a:ext cx="358140" cy="358140"/>
          </a:xfrm>
          <a:prstGeom prst="rect">
            <a:avLst/>
          </a:prstGeom>
        </p:spPr>
      </p:pic>
      <p:pic>
        <p:nvPicPr>
          <p:cNvPr id="184" name="图片 183" descr="云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643255" y="371475"/>
            <a:ext cx="422910" cy="344805"/>
          </a:xfrm>
          <a:prstGeom prst="rect">
            <a:avLst/>
          </a:prstGeom>
        </p:spPr>
      </p:pic>
      <p:sp>
        <p:nvSpPr>
          <p:cNvPr id="186" name="圆角矩形 185"/>
          <p:cNvSpPr/>
          <p:nvPr>
            <p:custDataLst>
              <p:tags r:id="rId112"/>
            </p:custDataLst>
          </p:nvPr>
        </p:nvSpPr>
        <p:spPr>
          <a:xfrm>
            <a:off x="92075" y="2099945"/>
            <a:ext cx="10612120" cy="4039235"/>
          </a:xfrm>
          <a:prstGeom prst="roundRect">
            <a:avLst/>
          </a:prstGeom>
          <a:noFill/>
          <a:ln w="28575" cmpd="sng">
            <a:solidFill>
              <a:schemeClr val="accent1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7" name="圆角矩形 186"/>
          <p:cNvSpPr/>
          <p:nvPr>
            <p:custDataLst>
              <p:tags r:id="rId113"/>
            </p:custDataLst>
          </p:nvPr>
        </p:nvSpPr>
        <p:spPr>
          <a:xfrm>
            <a:off x="62230" y="203835"/>
            <a:ext cx="10641965" cy="1843405"/>
          </a:xfrm>
          <a:prstGeom prst="roundRect">
            <a:avLst/>
          </a:prstGeom>
          <a:noFill/>
          <a:ln w="28575" cmpd="sng">
            <a:solidFill>
              <a:schemeClr val="accent5">
                <a:lumMod val="9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8" name="矩形 187"/>
          <p:cNvSpPr/>
          <p:nvPr/>
        </p:nvSpPr>
        <p:spPr>
          <a:xfrm>
            <a:off x="10848340" y="203835"/>
            <a:ext cx="1296035" cy="6536690"/>
          </a:xfrm>
          <a:prstGeom prst="rect">
            <a:avLst/>
          </a:prstGeom>
          <a:noFill/>
          <a:ln w="28575" cmpd="sng">
            <a:solidFill>
              <a:schemeClr val="accent5">
                <a:lumMod val="2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9" name="图片 188" descr="项目部署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11244580" y="461645"/>
            <a:ext cx="502920" cy="502920"/>
          </a:xfrm>
          <a:prstGeom prst="rect">
            <a:avLst/>
          </a:prstGeom>
        </p:spPr>
      </p:pic>
      <p:pic>
        <p:nvPicPr>
          <p:cNvPr id="190" name="图片 189" descr="平台管理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11135995" y="2335530"/>
            <a:ext cx="693420" cy="595630"/>
          </a:xfrm>
          <a:prstGeom prst="rect">
            <a:avLst/>
          </a:prstGeom>
        </p:spPr>
      </p:pic>
      <p:pic>
        <p:nvPicPr>
          <p:cNvPr id="191" name="图片 190" descr="底座-copy (1)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11135995" y="4500245"/>
            <a:ext cx="68262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矩形 55"/>
          <p:cNvSpPr/>
          <p:nvPr/>
        </p:nvSpPr>
        <p:spPr>
          <a:xfrm>
            <a:off x="911860" y="4257675"/>
            <a:ext cx="10513060" cy="929005"/>
          </a:xfrm>
          <a:prstGeom prst="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99695" y="44450"/>
            <a:ext cx="12028805" cy="50419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439285" y="116840"/>
            <a:ext cx="374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多域仿真资源统一管控于</a:t>
            </a:r>
            <a:r>
              <a:rPr lang="zh-CN" altLang="en-US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调度架构</a:t>
            </a:r>
            <a:endParaRPr lang="zh-CN" altLang="en-US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9695" y="572135"/>
            <a:ext cx="576580" cy="125095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99695" y="1836420"/>
            <a:ext cx="576580" cy="224345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99695" y="4093210"/>
            <a:ext cx="576580" cy="274002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11551920" y="572135"/>
            <a:ext cx="576580" cy="62611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 flipH="1">
            <a:off x="11583670" y="2348865"/>
            <a:ext cx="554355" cy="2051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</a:t>
            </a:r>
            <a:endParaRPr lang="en-US" altLang="zh-CN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n-US" altLang="zh-CN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</a:t>
            </a:r>
            <a:endParaRPr lang="en-US" altLang="zh-CN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广域网</a:t>
            </a:r>
            <a:endParaRPr lang="zh-CN" altLang="en-US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 flipH="1">
            <a:off x="99695" y="679450"/>
            <a:ext cx="554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应用层</a:t>
            </a:r>
            <a:endParaRPr lang="zh-CN" altLang="en-US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 flipH="1">
            <a:off x="122555" y="2510155"/>
            <a:ext cx="554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支撑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层</a:t>
            </a:r>
            <a:endParaRPr lang="zh-CN" altLang="en-US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 flipH="1">
            <a:off x="122555" y="4314825"/>
            <a:ext cx="5543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多区域资源</a:t>
            </a:r>
            <a:r>
              <a:rPr lang="zh-CN" altLang="en-US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管理层</a:t>
            </a:r>
            <a:endParaRPr lang="zh-CN" altLang="en-US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3740" y="571500"/>
            <a:ext cx="10798810" cy="1252220"/>
          </a:xfrm>
          <a:prstGeom prst="rect">
            <a:avLst/>
          </a:prstGeom>
          <a:noFill/>
          <a:ln w="28575" cmpd="sng">
            <a:solidFill>
              <a:srgbClr val="46999D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0c40eb3cb8882ee4edee9dc283f730e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" y="621030"/>
            <a:ext cx="1797685" cy="90424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1" name="文本框 20"/>
          <p:cNvSpPr txBox="1"/>
          <p:nvPr/>
        </p:nvSpPr>
        <p:spPr>
          <a:xfrm>
            <a:off x="1299845" y="1525270"/>
            <a:ext cx="1308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作战概念研究</a:t>
            </a:r>
            <a:endParaRPr lang="zh-CN" altLang="en-US" sz="1400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4223385" y="1525270"/>
            <a:ext cx="1308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作战概念研究</a:t>
            </a:r>
            <a:endParaRPr lang="zh-CN" altLang="en-US" sz="1400"/>
          </a:p>
        </p:txBody>
      </p:sp>
      <p:pic>
        <p:nvPicPr>
          <p:cNvPr id="23" name="图片 22" descr="R-C (4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1945" y="621030"/>
            <a:ext cx="1797685" cy="90487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7103745" y="1525270"/>
            <a:ext cx="918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体系</a:t>
            </a:r>
            <a:r>
              <a:rPr lang="zh-CN" altLang="en-US" sz="1400"/>
              <a:t>试验</a:t>
            </a:r>
            <a:endParaRPr lang="zh-CN" altLang="en-US" sz="1400"/>
          </a:p>
        </p:txBody>
      </p:sp>
      <p:pic>
        <p:nvPicPr>
          <p:cNvPr id="27" name="图片 26" descr="R-C (5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5730" y="621030"/>
            <a:ext cx="1841500" cy="93345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408160" y="626110"/>
            <a:ext cx="1797685" cy="90360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9839960" y="1525270"/>
            <a:ext cx="9556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体系</a:t>
            </a:r>
            <a:r>
              <a:rPr lang="zh-CN" altLang="en-US" sz="1400"/>
              <a:t>评估</a:t>
            </a:r>
            <a:endParaRPr lang="zh-CN" altLang="en-US" sz="1400"/>
          </a:p>
        </p:txBody>
      </p:sp>
      <p:sp>
        <p:nvSpPr>
          <p:cNvPr id="2" name="矩形 1"/>
          <p:cNvSpPr/>
          <p:nvPr>
            <p:custDataLst>
              <p:tags r:id="rId18"/>
            </p:custDataLst>
          </p:nvPr>
        </p:nvSpPr>
        <p:spPr>
          <a:xfrm>
            <a:off x="715010" y="1889760"/>
            <a:ext cx="10798810" cy="2150110"/>
          </a:xfrm>
          <a:prstGeom prst="rect">
            <a:avLst/>
          </a:prstGeom>
          <a:noFill/>
          <a:ln w="28575" cmpd="sng">
            <a:solidFill>
              <a:srgbClr val="46999D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126490" y="2150110"/>
            <a:ext cx="2090420" cy="1710690"/>
            <a:chOff x="1435" y="3273"/>
            <a:chExt cx="3292" cy="2694"/>
          </a:xfrm>
        </p:grpSpPr>
        <p:sp>
          <p:nvSpPr>
            <p:cNvPr id="3" name="矩形 2"/>
            <p:cNvSpPr/>
            <p:nvPr/>
          </p:nvSpPr>
          <p:spPr>
            <a:xfrm>
              <a:off x="1435" y="3273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想定编辑工具</a:t>
              </a:r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19"/>
              </p:custDataLst>
            </p:nvPr>
          </p:nvSpPr>
          <p:spPr>
            <a:xfrm>
              <a:off x="1435" y="4296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综合态势编辑工具</a:t>
              </a:r>
              <a:endParaRPr lang="zh-CN" altLang="en-US" b="1"/>
            </a:p>
          </p:txBody>
        </p:sp>
        <p:sp>
          <p:nvSpPr>
            <p:cNvPr id="13" name="矩形 12"/>
            <p:cNvSpPr/>
            <p:nvPr>
              <p:custDataLst>
                <p:tags r:id="rId20"/>
              </p:custDataLst>
            </p:nvPr>
          </p:nvSpPr>
          <p:spPr>
            <a:xfrm>
              <a:off x="1435" y="5287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模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型设计工具</a:t>
              </a:r>
              <a:endParaRPr lang="zh-CN" altLang="en-US" b="1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766820" y="2150110"/>
            <a:ext cx="2090420" cy="1710690"/>
            <a:chOff x="5177" y="3273"/>
            <a:chExt cx="3292" cy="2694"/>
          </a:xfrm>
        </p:grpSpPr>
        <p:sp>
          <p:nvSpPr>
            <p:cNvPr id="14" name="矩形 13"/>
            <p:cNvSpPr/>
            <p:nvPr>
              <p:custDataLst>
                <p:tags r:id="rId21"/>
              </p:custDataLst>
            </p:nvPr>
          </p:nvSpPr>
          <p:spPr>
            <a:xfrm>
              <a:off x="5177" y="3273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模型装配工具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22"/>
              </p:custDataLst>
            </p:nvPr>
          </p:nvSpPr>
          <p:spPr>
            <a:xfrm>
              <a:off x="5177" y="4280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效能评估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工具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23"/>
              </p:custDataLst>
            </p:nvPr>
          </p:nvSpPr>
          <p:spPr>
            <a:xfrm>
              <a:off x="5177" y="5287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试验设计工具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407150" y="2132965"/>
            <a:ext cx="2090420" cy="1710690"/>
            <a:chOff x="8919" y="3246"/>
            <a:chExt cx="3292" cy="2694"/>
          </a:xfrm>
        </p:grpSpPr>
        <p:sp>
          <p:nvSpPr>
            <p:cNvPr id="25" name="矩形 24"/>
            <p:cNvSpPr/>
            <p:nvPr>
              <p:custDataLst>
                <p:tags r:id="rId24"/>
              </p:custDataLst>
            </p:nvPr>
          </p:nvSpPr>
          <p:spPr>
            <a:xfrm>
              <a:off x="8919" y="3246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态势</a:t>
              </a:r>
              <a:r>
                <a:rPr lang="zh-CN" altLang="en-US" b="1"/>
                <a:t>分发服务</a:t>
              </a:r>
              <a:endParaRPr lang="zh-CN" altLang="en-US" b="1"/>
            </a:p>
          </p:txBody>
        </p:sp>
        <p:sp>
          <p:nvSpPr>
            <p:cNvPr id="26" name="矩形 25"/>
            <p:cNvSpPr/>
            <p:nvPr>
              <p:custDataLst>
                <p:tags r:id="rId25"/>
              </p:custDataLst>
            </p:nvPr>
          </p:nvSpPr>
          <p:spPr>
            <a:xfrm>
              <a:off x="8919" y="4253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地理详细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服务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6"/>
              </p:custDataLst>
            </p:nvPr>
          </p:nvSpPr>
          <p:spPr>
            <a:xfrm>
              <a:off x="8919" y="5260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参试资源配置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服务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047480" y="2132965"/>
            <a:ext cx="2090420" cy="1710690"/>
            <a:chOff x="13909" y="3246"/>
            <a:chExt cx="3292" cy="2694"/>
          </a:xfrm>
        </p:grpSpPr>
        <p:sp>
          <p:nvSpPr>
            <p:cNvPr id="31" name="矩形 30"/>
            <p:cNvSpPr/>
            <p:nvPr>
              <p:custDataLst>
                <p:tags r:id="rId27"/>
              </p:custDataLst>
            </p:nvPr>
          </p:nvSpPr>
          <p:spPr>
            <a:xfrm>
              <a:off x="13909" y="3246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仿真节点管控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服务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8"/>
              </p:custDataLst>
            </p:nvPr>
          </p:nvSpPr>
          <p:spPr>
            <a:xfrm>
              <a:off x="13909" y="4253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态势感知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服务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29"/>
              </p:custDataLst>
            </p:nvPr>
          </p:nvSpPr>
          <p:spPr>
            <a:xfrm>
              <a:off x="13909" y="5260"/>
              <a:ext cx="3293" cy="6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作战时间控制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服务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30"/>
            </p:custDataLst>
          </p:nvPr>
        </p:nvSpPr>
        <p:spPr>
          <a:xfrm>
            <a:off x="715010" y="4108450"/>
            <a:ext cx="10798810" cy="2701290"/>
          </a:xfrm>
          <a:prstGeom prst="rect">
            <a:avLst/>
          </a:prstGeom>
          <a:noFill/>
          <a:ln w="28575" cmpd="sng">
            <a:solidFill>
              <a:srgbClr val="46999D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柱形 39"/>
          <p:cNvSpPr/>
          <p:nvPr/>
        </p:nvSpPr>
        <p:spPr>
          <a:xfrm>
            <a:off x="110236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柱形 42"/>
          <p:cNvSpPr/>
          <p:nvPr>
            <p:custDataLst>
              <p:tags r:id="rId31"/>
            </p:custDataLst>
          </p:nvPr>
        </p:nvSpPr>
        <p:spPr>
          <a:xfrm>
            <a:off x="264287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柱形 43"/>
          <p:cNvSpPr/>
          <p:nvPr>
            <p:custDataLst>
              <p:tags r:id="rId32"/>
            </p:custDataLst>
          </p:nvPr>
        </p:nvSpPr>
        <p:spPr>
          <a:xfrm>
            <a:off x="418338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柱形 44"/>
          <p:cNvSpPr/>
          <p:nvPr>
            <p:custDataLst>
              <p:tags r:id="rId33"/>
            </p:custDataLst>
          </p:nvPr>
        </p:nvSpPr>
        <p:spPr>
          <a:xfrm>
            <a:off x="726440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圆柱形 45"/>
          <p:cNvSpPr/>
          <p:nvPr>
            <p:custDataLst>
              <p:tags r:id="rId34"/>
            </p:custDataLst>
          </p:nvPr>
        </p:nvSpPr>
        <p:spPr>
          <a:xfrm>
            <a:off x="572389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柱形 46"/>
          <p:cNvSpPr/>
          <p:nvPr>
            <p:custDataLst>
              <p:tags r:id="rId35"/>
            </p:custDataLst>
          </p:nvPr>
        </p:nvSpPr>
        <p:spPr>
          <a:xfrm>
            <a:off x="880491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圆柱形 47"/>
          <p:cNvSpPr/>
          <p:nvPr>
            <p:custDataLst>
              <p:tags r:id="rId36"/>
            </p:custDataLst>
          </p:nvPr>
        </p:nvSpPr>
        <p:spPr>
          <a:xfrm>
            <a:off x="10345420" y="439991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37"/>
            </p:custDataLst>
          </p:nvPr>
        </p:nvSpPr>
        <p:spPr>
          <a:xfrm>
            <a:off x="110236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作战规则</a:t>
            </a:r>
            <a:endParaRPr lang="en-US" altLang="zh-CN" sz="1400" b="1"/>
          </a:p>
        </p:txBody>
      </p:sp>
      <p:sp>
        <p:nvSpPr>
          <p:cNvPr id="50" name="文本框 49"/>
          <p:cNvSpPr txBox="1"/>
          <p:nvPr>
            <p:custDataLst>
              <p:tags r:id="rId38"/>
            </p:custDataLst>
          </p:nvPr>
        </p:nvSpPr>
        <p:spPr>
          <a:xfrm>
            <a:off x="264287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评估</a:t>
            </a:r>
            <a:r>
              <a:rPr lang="zh-CN" altLang="en-US" sz="1400" b="1"/>
              <a:t>指标</a:t>
            </a:r>
            <a:endParaRPr lang="zh-CN" altLang="en-US" sz="1400" b="1"/>
          </a:p>
        </p:txBody>
      </p:sp>
      <p:sp>
        <p:nvSpPr>
          <p:cNvPr id="51" name="文本框 50"/>
          <p:cNvSpPr txBox="1"/>
          <p:nvPr>
            <p:custDataLst>
              <p:tags r:id="rId39"/>
            </p:custDataLst>
          </p:nvPr>
        </p:nvSpPr>
        <p:spPr>
          <a:xfrm>
            <a:off x="418338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作战</a:t>
            </a:r>
            <a:r>
              <a:rPr lang="zh-CN" altLang="en-US" sz="1400" b="1"/>
              <a:t>想定</a:t>
            </a:r>
            <a:endParaRPr lang="zh-CN" altLang="en-US" sz="1400" b="1"/>
          </a:p>
        </p:txBody>
      </p:sp>
      <p:sp>
        <p:nvSpPr>
          <p:cNvPr id="52" name="文本框 51"/>
          <p:cNvSpPr txBox="1"/>
          <p:nvPr>
            <p:custDataLst>
              <p:tags r:id="rId40"/>
            </p:custDataLst>
          </p:nvPr>
        </p:nvSpPr>
        <p:spPr>
          <a:xfrm>
            <a:off x="572389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地理</a:t>
            </a:r>
            <a:r>
              <a:rPr lang="zh-CN" altLang="en-US" sz="1400" b="1"/>
              <a:t>信息</a:t>
            </a:r>
            <a:endParaRPr lang="zh-CN" altLang="en-US" sz="1400" b="1"/>
          </a:p>
        </p:txBody>
      </p:sp>
      <p:sp>
        <p:nvSpPr>
          <p:cNvPr id="53" name="文本框 52"/>
          <p:cNvSpPr txBox="1"/>
          <p:nvPr>
            <p:custDataLst>
              <p:tags r:id="rId41"/>
            </p:custDataLst>
          </p:nvPr>
        </p:nvSpPr>
        <p:spPr>
          <a:xfrm>
            <a:off x="726440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推演</a:t>
            </a:r>
            <a:r>
              <a:rPr lang="zh-CN" altLang="en-US" sz="1400" b="1"/>
              <a:t>过程</a:t>
            </a:r>
            <a:endParaRPr lang="zh-CN" altLang="en-US" sz="1400" b="1"/>
          </a:p>
        </p:txBody>
      </p:sp>
      <p:sp>
        <p:nvSpPr>
          <p:cNvPr id="54" name="文本框 53"/>
          <p:cNvSpPr txBox="1"/>
          <p:nvPr>
            <p:custDataLst>
              <p:tags r:id="rId42"/>
            </p:custDataLst>
          </p:nvPr>
        </p:nvSpPr>
        <p:spPr>
          <a:xfrm>
            <a:off x="880491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武器</a:t>
            </a:r>
            <a:r>
              <a:rPr lang="zh-CN" altLang="en-US" sz="1400" b="1"/>
              <a:t>装备</a:t>
            </a:r>
            <a:endParaRPr lang="zh-CN" altLang="en-US" sz="1400" b="1"/>
          </a:p>
        </p:txBody>
      </p:sp>
      <p:sp>
        <p:nvSpPr>
          <p:cNvPr id="55" name="文本框 54"/>
          <p:cNvSpPr txBox="1"/>
          <p:nvPr>
            <p:custDataLst>
              <p:tags r:id="rId43"/>
            </p:custDataLst>
          </p:nvPr>
        </p:nvSpPr>
        <p:spPr>
          <a:xfrm>
            <a:off x="10345420" y="486918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兵力</a:t>
            </a:r>
            <a:r>
              <a:rPr lang="zh-CN" altLang="en-US" sz="1400" b="1"/>
              <a:t>编成</a:t>
            </a:r>
            <a:endParaRPr lang="zh-CN" altLang="en-US" sz="1400" b="1"/>
          </a:p>
        </p:txBody>
      </p:sp>
      <p:sp>
        <p:nvSpPr>
          <p:cNvPr id="58" name="矩形 57"/>
          <p:cNvSpPr/>
          <p:nvPr>
            <p:custDataLst>
              <p:tags r:id="rId44"/>
            </p:custDataLst>
          </p:nvPr>
        </p:nvSpPr>
        <p:spPr>
          <a:xfrm>
            <a:off x="911860" y="5517515"/>
            <a:ext cx="10513060" cy="929005"/>
          </a:xfrm>
          <a:prstGeom prst="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圆柱形 58"/>
          <p:cNvSpPr/>
          <p:nvPr>
            <p:custDataLst>
              <p:tags r:id="rId45"/>
            </p:custDataLst>
          </p:nvPr>
        </p:nvSpPr>
        <p:spPr>
          <a:xfrm>
            <a:off x="110236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圆柱形 59"/>
          <p:cNvSpPr/>
          <p:nvPr>
            <p:custDataLst>
              <p:tags r:id="rId46"/>
            </p:custDataLst>
          </p:nvPr>
        </p:nvSpPr>
        <p:spPr>
          <a:xfrm>
            <a:off x="264287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圆柱形 60"/>
          <p:cNvSpPr/>
          <p:nvPr>
            <p:custDataLst>
              <p:tags r:id="rId47"/>
            </p:custDataLst>
          </p:nvPr>
        </p:nvSpPr>
        <p:spPr>
          <a:xfrm>
            <a:off x="418338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圆柱形 61"/>
          <p:cNvSpPr/>
          <p:nvPr>
            <p:custDataLst>
              <p:tags r:id="rId48"/>
            </p:custDataLst>
          </p:nvPr>
        </p:nvSpPr>
        <p:spPr>
          <a:xfrm>
            <a:off x="726440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柱形 62"/>
          <p:cNvSpPr/>
          <p:nvPr>
            <p:custDataLst>
              <p:tags r:id="rId49"/>
            </p:custDataLst>
          </p:nvPr>
        </p:nvSpPr>
        <p:spPr>
          <a:xfrm>
            <a:off x="572389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柱形 63"/>
          <p:cNvSpPr/>
          <p:nvPr>
            <p:custDataLst>
              <p:tags r:id="rId50"/>
            </p:custDataLst>
          </p:nvPr>
        </p:nvSpPr>
        <p:spPr>
          <a:xfrm>
            <a:off x="880491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圆柱形 64"/>
          <p:cNvSpPr/>
          <p:nvPr>
            <p:custDataLst>
              <p:tags r:id="rId51"/>
            </p:custDataLst>
          </p:nvPr>
        </p:nvSpPr>
        <p:spPr>
          <a:xfrm>
            <a:off x="10345420" y="5659755"/>
            <a:ext cx="932180" cy="5054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52"/>
            </p:custDataLst>
          </p:nvPr>
        </p:nvSpPr>
        <p:spPr>
          <a:xfrm>
            <a:off x="110236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环境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67" name="文本框 66"/>
          <p:cNvSpPr txBox="1"/>
          <p:nvPr>
            <p:custDataLst>
              <p:tags r:id="rId53"/>
            </p:custDataLst>
          </p:nvPr>
        </p:nvSpPr>
        <p:spPr>
          <a:xfrm>
            <a:off x="264287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地海模型</a:t>
            </a:r>
            <a:endParaRPr lang="zh-CN" altLang="en-US" sz="1400" b="1"/>
          </a:p>
        </p:txBody>
      </p:sp>
      <p:sp>
        <p:nvSpPr>
          <p:cNvPr id="68" name="文本框 67"/>
          <p:cNvSpPr txBox="1"/>
          <p:nvPr>
            <p:custDataLst>
              <p:tags r:id="rId54"/>
            </p:custDataLst>
          </p:nvPr>
        </p:nvSpPr>
        <p:spPr>
          <a:xfrm>
            <a:off x="418338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临空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69" name="文本框 68"/>
          <p:cNvSpPr txBox="1"/>
          <p:nvPr>
            <p:custDataLst>
              <p:tags r:id="rId55"/>
            </p:custDataLst>
          </p:nvPr>
        </p:nvSpPr>
        <p:spPr>
          <a:xfrm>
            <a:off x="572389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地理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71" name="文本框 70"/>
          <p:cNvSpPr txBox="1"/>
          <p:nvPr>
            <p:custDataLst>
              <p:tags r:id="rId56"/>
            </p:custDataLst>
          </p:nvPr>
        </p:nvSpPr>
        <p:spPr>
          <a:xfrm>
            <a:off x="880491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二维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72" name="文本框 71"/>
          <p:cNvSpPr txBox="1"/>
          <p:nvPr>
            <p:custDataLst>
              <p:tags r:id="rId57"/>
            </p:custDataLst>
          </p:nvPr>
        </p:nvSpPr>
        <p:spPr>
          <a:xfrm>
            <a:off x="1041654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容器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73" name="文本框 72"/>
          <p:cNvSpPr txBox="1"/>
          <p:nvPr>
            <p:custDataLst>
              <p:tags r:id="rId58"/>
            </p:custDataLst>
          </p:nvPr>
        </p:nvSpPr>
        <p:spPr>
          <a:xfrm>
            <a:off x="7291070" y="6129020"/>
            <a:ext cx="905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三维</a:t>
            </a:r>
            <a:r>
              <a:rPr lang="zh-CN" altLang="en-US" sz="1400" b="1"/>
              <a:t>模型</a:t>
            </a:r>
            <a:endParaRPr lang="zh-CN" altLang="en-US" sz="1400" b="1"/>
          </a:p>
        </p:txBody>
      </p:sp>
      <p:sp>
        <p:nvSpPr>
          <p:cNvPr id="74" name="矩形 73"/>
          <p:cNvSpPr/>
          <p:nvPr>
            <p:custDataLst>
              <p:tags r:id="rId59"/>
            </p:custDataLst>
          </p:nvPr>
        </p:nvSpPr>
        <p:spPr>
          <a:xfrm>
            <a:off x="1000760" y="2059940"/>
            <a:ext cx="4958080" cy="1894205"/>
          </a:xfrm>
          <a:prstGeom prst="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>
            <p:custDataLst>
              <p:tags r:id="rId60"/>
            </p:custDataLst>
          </p:nvPr>
        </p:nvSpPr>
        <p:spPr>
          <a:xfrm>
            <a:off x="6312535" y="2059940"/>
            <a:ext cx="4905375" cy="1894840"/>
          </a:xfrm>
          <a:prstGeom prst="rect">
            <a:avLst/>
          </a:prstGeom>
          <a:noFill/>
          <a:ln w="28575"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椭圆 102"/>
          <p:cNvSpPr/>
          <p:nvPr/>
        </p:nvSpPr>
        <p:spPr>
          <a:xfrm>
            <a:off x="7571740" y="135255"/>
            <a:ext cx="4572000" cy="64115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99695" y="196850"/>
            <a:ext cx="4700270" cy="6293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1057910" y="631190"/>
            <a:ext cx="9986645" cy="5281295"/>
            <a:chOff x="1662" y="1544"/>
            <a:chExt cx="16026" cy="7279"/>
          </a:xfrm>
        </p:grpSpPr>
        <p:pic>
          <p:nvPicPr>
            <p:cNvPr id="38" name="图片 37" descr="Switch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17" y="4564"/>
              <a:ext cx="1279" cy="965"/>
            </a:xfrm>
            <a:prstGeom prst="rect">
              <a:avLst/>
            </a:prstGeom>
          </p:spPr>
        </p:pic>
        <p:pic>
          <p:nvPicPr>
            <p:cNvPr id="41" name="图片 40" descr="Switch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"/>
            <a:stretch>
              <a:fillRect/>
            </a:stretch>
          </p:blipFill>
          <p:spPr>
            <a:xfrm>
              <a:off x="14363" y="4564"/>
              <a:ext cx="1279" cy="965"/>
            </a:xfrm>
            <a:prstGeom prst="rect">
              <a:avLst/>
            </a:prstGeom>
          </p:spPr>
        </p:pic>
        <p:pic>
          <p:nvPicPr>
            <p:cNvPr id="42" name="图片 41" descr="Server 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" y="7555"/>
              <a:ext cx="1268" cy="1268"/>
            </a:xfrm>
            <a:prstGeom prst="rect">
              <a:avLst/>
            </a:prstGeom>
          </p:spPr>
        </p:pic>
        <p:pic>
          <p:nvPicPr>
            <p:cNvPr id="57" name="图片 56" descr="电脑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3" y="1658"/>
              <a:ext cx="1284" cy="1284"/>
            </a:xfrm>
            <a:prstGeom prst="rect">
              <a:avLst/>
            </a:prstGeom>
          </p:spPr>
        </p:pic>
        <p:pic>
          <p:nvPicPr>
            <p:cNvPr id="70" name="图片 69" descr="Router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44" y="4606"/>
              <a:ext cx="975" cy="780"/>
            </a:xfrm>
            <a:prstGeom prst="rect">
              <a:avLst/>
            </a:prstGeom>
          </p:spPr>
        </p:pic>
        <p:pic>
          <p:nvPicPr>
            <p:cNvPr id="76" name="图片 75" descr="Server (1)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3796" y="7328"/>
              <a:ext cx="1268" cy="1268"/>
            </a:xfrm>
            <a:prstGeom prst="rect">
              <a:avLst/>
            </a:prstGeom>
          </p:spPr>
        </p:pic>
        <p:pic>
          <p:nvPicPr>
            <p:cNvPr id="77" name="图片 76" descr="Router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435" y="4606"/>
              <a:ext cx="975" cy="780"/>
            </a:xfrm>
            <a:prstGeom prst="rect">
              <a:avLst/>
            </a:prstGeom>
          </p:spPr>
        </p:pic>
        <p:pic>
          <p:nvPicPr>
            <p:cNvPr id="78" name="图片 77" descr="电脑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5291" y="1544"/>
              <a:ext cx="1284" cy="1284"/>
            </a:xfrm>
            <a:prstGeom prst="rect">
              <a:avLst/>
            </a:prstGeom>
          </p:spPr>
        </p:pic>
        <p:sp>
          <p:nvSpPr>
            <p:cNvPr id="79" name="云形 78"/>
            <p:cNvSpPr/>
            <p:nvPr/>
          </p:nvSpPr>
          <p:spPr>
            <a:xfrm>
              <a:off x="7899" y="3353"/>
              <a:ext cx="3750" cy="3327"/>
            </a:xfrm>
            <a:prstGeom prst="cloud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广域网</a:t>
              </a:r>
              <a:endParaRPr lang="zh-CN" altLang="en-US"/>
            </a:p>
          </p:txBody>
        </p:sp>
        <p:pic>
          <p:nvPicPr>
            <p:cNvPr id="80" name="图片 79" descr="电脑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2306" y="2678"/>
              <a:ext cx="1284" cy="1284"/>
            </a:xfrm>
            <a:prstGeom prst="rect">
              <a:avLst/>
            </a:prstGeom>
          </p:spPr>
        </p:pic>
        <p:pic>
          <p:nvPicPr>
            <p:cNvPr id="81" name="图片 80" descr="电脑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662" y="4606"/>
              <a:ext cx="1284" cy="1284"/>
            </a:xfrm>
            <a:prstGeom prst="rect">
              <a:avLst/>
            </a:prstGeom>
          </p:spPr>
        </p:pic>
        <p:pic>
          <p:nvPicPr>
            <p:cNvPr id="82" name="图片 81" descr="电脑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2533" y="6656"/>
              <a:ext cx="1284" cy="1284"/>
            </a:xfrm>
            <a:prstGeom prst="rect">
              <a:avLst/>
            </a:prstGeom>
          </p:spPr>
        </p:pic>
        <p:pic>
          <p:nvPicPr>
            <p:cNvPr id="83" name="图片 82" descr="电脑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6063" y="3217"/>
              <a:ext cx="1284" cy="1284"/>
            </a:xfrm>
            <a:prstGeom prst="rect">
              <a:avLst/>
            </a:prstGeom>
          </p:spPr>
        </p:pic>
        <p:pic>
          <p:nvPicPr>
            <p:cNvPr id="84" name="图片 83" descr="电脑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6404" y="4946"/>
              <a:ext cx="1284" cy="1284"/>
            </a:xfrm>
            <a:prstGeom prst="rect">
              <a:avLst/>
            </a:prstGeom>
          </p:spPr>
        </p:pic>
        <p:pic>
          <p:nvPicPr>
            <p:cNvPr id="85" name="图片 84" descr="电脑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6064" y="6874"/>
              <a:ext cx="1284" cy="1284"/>
            </a:xfrm>
            <a:prstGeom prst="rect">
              <a:avLst/>
            </a:prstGeom>
          </p:spPr>
        </p:pic>
        <p:cxnSp>
          <p:nvCxnSpPr>
            <p:cNvPr id="86" name="直接连接符 85"/>
            <p:cNvCxnSpPr/>
            <p:nvPr/>
          </p:nvCxnSpPr>
          <p:spPr>
            <a:xfrm>
              <a:off x="4270" y="2565"/>
              <a:ext cx="187" cy="19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15"/>
              </p:custDataLst>
            </p:nvPr>
          </p:nvCxnSpPr>
          <p:spPr>
            <a:xfrm>
              <a:off x="2982" y="3530"/>
              <a:ext cx="1061" cy="130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16"/>
              </p:custDataLst>
            </p:nvPr>
          </p:nvCxnSpPr>
          <p:spPr>
            <a:xfrm flipV="1">
              <a:off x="2456" y="5287"/>
              <a:ext cx="1587" cy="22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38" idx="2"/>
            </p:cNvCxnSpPr>
            <p:nvPr>
              <p:custDataLst>
                <p:tags r:id="rId17"/>
              </p:custDataLst>
            </p:nvPr>
          </p:nvCxnSpPr>
          <p:spPr>
            <a:xfrm flipH="1">
              <a:off x="3477" y="5529"/>
              <a:ext cx="980" cy="17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18"/>
              </p:custDataLst>
            </p:nvPr>
          </p:nvCxnSpPr>
          <p:spPr>
            <a:xfrm>
              <a:off x="4724" y="5400"/>
              <a:ext cx="372" cy="222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19"/>
              </p:custDataLst>
            </p:nvPr>
          </p:nvCxnSpPr>
          <p:spPr>
            <a:xfrm flipV="1">
              <a:off x="5096" y="5060"/>
              <a:ext cx="648" cy="11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>
              <a:stCxn id="70" idx="3"/>
            </p:cNvCxnSpPr>
            <p:nvPr>
              <p:custDataLst>
                <p:tags r:id="rId20"/>
              </p:custDataLst>
            </p:nvPr>
          </p:nvCxnSpPr>
          <p:spPr>
            <a:xfrm>
              <a:off x="6719" y="4996"/>
              <a:ext cx="1293" cy="4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>
              <a:stCxn id="79" idx="0"/>
            </p:cNvCxnSpPr>
            <p:nvPr>
              <p:custDataLst>
                <p:tags r:id="rId21"/>
              </p:custDataLst>
            </p:nvPr>
          </p:nvCxnSpPr>
          <p:spPr>
            <a:xfrm flipV="1">
              <a:off x="11646" y="5011"/>
              <a:ext cx="789" cy="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>
              <a:endCxn id="41" idx="1"/>
            </p:cNvCxnSpPr>
            <p:nvPr>
              <p:custDataLst>
                <p:tags r:id="rId22"/>
              </p:custDataLst>
            </p:nvPr>
          </p:nvCxnSpPr>
          <p:spPr>
            <a:xfrm flipV="1">
              <a:off x="13375" y="5047"/>
              <a:ext cx="988" cy="6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>
              <p:custDataLst>
                <p:tags r:id="rId23"/>
              </p:custDataLst>
            </p:nvPr>
          </p:nvCxnSpPr>
          <p:spPr>
            <a:xfrm flipH="1">
              <a:off x="14930" y="2452"/>
              <a:ext cx="907" cy="21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>
              <p:custDataLst>
                <p:tags r:id="rId24"/>
              </p:custDataLst>
            </p:nvPr>
          </p:nvCxnSpPr>
          <p:spPr>
            <a:xfrm flipH="1">
              <a:off x="15642" y="4110"/>
              <a:ext cx="922" cy="9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25"/>
              </p:custDataLst>
            </p:nvPr>
          </p:nvCxnSpPr>
          <p:spPr>
            <a:xfrm flipH="1" flipV="1">
              <a:off x="15383" y="5287"/>
              <a:ext cx="1248" cy="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26"/>
              </p:custDataLst>
            </p:nvPr>
          </p:nvCxnSpPr>
          <p:spPr>
            <a:xfrm>
              <a:off x="15215" y="5386"/>
              <a:ext cx="1302" cy="18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>
              <a:stCxn id="41" idx="2"/>
              <a:endCxn id="76" idx="0"/>
            </p:cNvCxnSpPr>
            <p:nvPr>
              <p:custDataLst>
                <p:tags r:id="rId27"/>
              </p:custDataLst>
            </p:nvPr>
          </p:nvCxnSpPr>
          <p:spPr>
            <a:xfrm flipH="1">
              <a:off x="14430" y="5529"/>
              <a:ext cx="573" cy="17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1" name="文本框 100"/>
          <p:cNvSpPr txBox="1"/>
          <p:nvPr/>
        </p:nvSpPr>
        <p:spPr>
          <a:xfrm>
            <a:off x="3935730" y="2228215"/>
            <a:ext cx="690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北京</a:t>
            </a:r>
            <a:endParaRPr lang="zh-CN" altLang="en-US" b="1"/>
          </a:p>
        </p:txBody>
      </p:sp>
      <p:sp>
        <p:nvSpPr>
          <p:cNvPr id="104" name="文本框 103"/>
          <p:cNvSpPr txBox="1"/>
          <p:nvPr>
            <p:custDataLst>
              <p:tags r:id="rId28"/>
            </p:custDataLst>
          </p:nvPr>
        </p:nvSpPr>
        <p:spPr>
          <a:xfrm>
            <a:off x="7824470" y="2228215"/>
            <a:ext cx="690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上海</a:t>
            </a:r>
            <a:endParaRPr lang="zh-CN" altLang="en-US" b="1"/>
          </a:p>
        </p:txBody>
      </p:sp>
      <p:sp>
        <p:nvSpPr>
          <p:cNvPr id="106" name="文本框 105"/>
          <p:cNvSpPr txBox="1"/>
          <p:nvPr/>
        </p:nvSpPr>
        <p:spPr>
          <a:xfrm>
            <a:off x="2259330" y="476885"/>
            <a:ext cx="1059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模型开发</a:t>
            </a:r>
            <a:endParaRPr lang="zh-CN" altLang="en-US" sz="1600" b="1"/>
          </a:p>
        </p:txBody>
      </p:sp>
      <p:sp>
        <p:nvSpPr>
          <p:cNvPr id="107" name="文本框 106"/>
          <p:cNvSpPr txBox="1"/>
          <p:nvPr>
            <p:custDataLst>
              <p:tags r:id="rId29"/>
            </p:custDataLst>
          </p:nvPr>
        </p:nvSpPr>
        <p:spPr>
          <a:xfrm>
            <a:off x="563245" y="1628775"/>
            <a:ext cx="1059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想定</a:t>
            </a:r>
            <a:r>
              <a:rPr lang="zh-CN" altLang="en-US" sz="1600" b="1"/>
              <a:t>编辑</a:t>
            </a:r>
            <a:endParaRPr lang="zh-CN" altLang="en-US" sz="1600" b="1"/>
          </a:p>
        </p:txBody>
      </p:sp>
      <p:sp>
        <p:nvSpPr>
          <p:cNvPr id="108" name="文本框 107"/>
          <p:cNvSpPr txBox="1"/>
          <p:nvPr>
            <p:custDataLst>
              <p:tags r:id="rId30"/>
            </p:custDataLst>
          </p:nvPr>
        </p:nvSpPr>
        <p:spPr>
          <a:xfrm>
            <a:off x="139065" y="3110865"/>
            <a:ext cx="1059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试验</a:t>
            </a:r>
            <a:r>
              <a:rPr lang="zh-CN" altLang="en-US" sz="1600" b="1"/>
              <a:t>设计</a:t>
            </a:r>
            <a:endParaRPr lang="zh-CN" altLang="en-US" sz="1600" b="1"/>
          </a:p>
        </p:txBody>
      </p:sp>
      <p:sp>
        <p:nvSpPr>
          <p:cNvPr id="109" name="文本框 108"/>
          <p:cNvSpPr txBox="1"/>
          <p:nvPr>
            <p:custDataLst>
              <p:tags r:id="rId31"/>
            </p:custDataLst>
          </p:nvPr>
        </p:nvSpPr>
        <p:spPr>
          <a:xfrm>
            <a:off x="407670" y="4580890"/>
            <a:ext cx="1495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模型解算</a:t>
            </a:r>
            <a:r>
              <a:rPr lang="zh-CN" altLang="en-US" sz="1600" b="1"/>
              <a:t>执行</a:t>
            </a:r>
            <a:endParaRPr lang="zh-CN" altLang="en-US" sz="1600" b="1"/>
          </a:p>
        </p:txBody>
      </p:sp>
      <p:sp>
        <p:nvSpPr>
          <p:cNvPr id="110" name="文本框 109"/>
          <p:cNvSpPr txBox="1"/>
          <p:nvPr>
            <p:custDataLst>
              <p:tags r:id="rId32"/>
            </p:custDataLst>
          </p:nvPr>
        </p:nvSpPr>
        <p:spPr>
          <a:xfrm>
            <a:off x="1928495" y="5876925"/>
            <a:ext cx="1612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数据库</a:t>
            </a:r>
            <a:r>
              <a:rPr lang="zh-CN" altLang="en-US" sz="1600" b="1"/>
              <a:t>服务器</a:t>
            </a:r>
            <a:endParaRPr lang="zh-CN" altLang="en-US" sz="1600" b="1"/>
          </a:p>
        </p:txBody>
      </p:sp>
      <p:sp>
        <p:nvSpPr>
          <p:cNvPr id="111" name="文本框 110"/>
          <p:cNvSpPr txBox="1"/>
          <p:nvPr>
            <p:custDataLst>
              <p:tags r:id="rId33"/>
            </p:custDataLst>
          </p:nvPr>
        </p:nvSpPr>
        <p:spPr>
          <a:xfrm>
            <a:off x="9678670" y="404495"/>
            <a:ext cx="1059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模型开发</a:t>
            </a:r>
            <a:endParaRPr lang="zh-CN" altLang="en-US" sz="1600" b="1"/>
          </a:p>
        </p:txBody>
      </p:sp>
      <p:sp>
        <p:nvSpPr>
          <p:cNvPr id="112" name="文本框 111"/>
          <p:cNvSpPr txBox="1"/>
          <p:nvPr>
            <p:custDataLst>
              <p:tags r:id="rId34"/>
            </p:custDataLst>
          </p:nvPr>
        </p:nvSpPr>
        <p:spPr>
          <a:xfrm>
            <a:off x="10560685" y="2072005"/>
            <a:ext cx="15430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数据采集</a:t>
            </a:r>
            <a:r>
              <a:rPr lang="zh-CN" altLang="en-US" sz="1600" b="1"/>
              <a:t>记录</a:t>
            </a:r>
            <a:endParaRPr lang="zh-CN" altLang="en-US" sz="1600" b="1"/>
          </a:p>
        </p:txBody>
      </p:sp>
      <p:sp>
        <p:nvSpPr>
          <p:cNvPr id="113" name="文本框 112"/>
          <p:cNvSpPr txBox="1"/>
          <p:nvPr>
            <p:custDataLst>
              <p:tags r:id="rId35"/>
            </p:custDataLst>
          </p:nvPr>
        </p:nvSpPr>
        <p:spPr>
          <a:xfrm>
            <a:off x="10738485" y="3264535"/>
            <a:ext cx="1530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体系能效</a:t>
            </a:r>
            <a:r>
              <a:rPr lang="zh-CN" altLang="en-US" sz="1600" b="1"/>
              <a:t>评估</a:t>
            </a:r>
            <a:endParaRPr lang="zh-CN" altLang="en-US" sz="1600" b="1"/>
          </a:p>
        </p:txBody>
      </p:sp>
      <p:sp>
        <p:nvSpPr>
          <p:cNvPr id="114" name="文本框 113"/>
          <p:cNvSpPr txBox="1"/>
          <p:nvPr>
            <p:custDataLst>
              <p:tags r:id="rId36"/>
            </p:custDataLst>
          </p:nvPr>
        </p:nvSpPr>
        <p:spPr>
          <a:xfrm>
            <a:off x="10560685" y="4580890"/>
            <a:ext cx="1507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综合态势</a:t>
            </a:r>
            <a:r>
              <a:rPr lang="zh-CN" altLang="en-US" sz="1600" b="1"/>
              <a:t>显示</a:t>
            </a:r>
            <a:endParaRPr lang="zh-CN" altLang="en-US" sz="1600" b="1"/>
          </a:p>
        </p:txBody>
      </p:sp>
      <p:sp>
        <p:nvSpPr>
          <p:cNvPr id="115" name="文本框 114"/>
          <p:cNvSpPr txBox="1"/>
          <p:nvPr>
            <p:custDataLst>
              <p:tags r:id="rId37"/>
            </p:custDataLst>
          </p:nvPr>
        </p:nvSpPr>
        <p:spPr>
          <a:xfrm>
            <a:off x="9084945" y="5661025"/>
            <a:ext cx="14592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数据库</a:t>
            </a:r>
            <a:r>
              <a:rPr lang="zh-CN" altLang="en-US" sz="1600" b="1"/>
              <a:t>服务器</a:t>
            </a:r>
            <a:endParaRPr lang="zh-CN" altLang="en-US" sz="1600" b="1"/>
          </a:p>
        </p:txBody>
      </p:sp>
      <p:pic>
        <p:nvPicPr>
          <p:cNvPr id="116" name="图片 115" descr="点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1140000">
            <a:off x="2341245" y="5074920"/>
            <a:ext cx="454660" cy="454660"/>
          </a:xfrm>
          <a:prstGeom prst="rect">
            <a:avLst/>
          </a:prstGeom>
        </p:spPr>
      </p:pic>
      <p:pic>
        <p:nvPicPr>
          <p:cNvPr id="117" name="图片 116" descr="点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0460000">
            <a:off x="9472930" y="5037455"/>
            <a:ext cx="466725" cy="466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COMMONDATA" val="eyJoZGlkIjoiYzM3MTgxNmExMjIyM2QwZDU2YTZhMmFiMzAwNTM4ZDYifQ=="/>
  <p:tag name="KSO_WPP_MARK_KEY" val="ee2b077e-87eb-41f1-8b74-731839252969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WPS 演示</Application>
  <PresentationFormat/>
  <Paragraphs>372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黑体</vt:lpstr>
      <vt:lpstr>方正粗黑宋简体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</dc:creator>
  <cp:lastModifiedBy>GZN</cp:lastModifiedBy>
  <cp:revision>49</cp:revision>
  <dcterms:created xsi:type="dcterms:W3CDTF">2024-12-30T04:09:00Z</dcterms:created>
  <dcterms:modified xsi:type="dcterms:W3CDTF">2024-12-31T16:32:33Z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3C349ADC885D432EB7F9EC8B3EA24484</vt:lpwstr>
  </property>
</Properties>
</file>